
<file path=[Content_Types].xml><?xml version="1.0" encoding="utf-8"?>
<Types xmlns="http://schemas.openxmlformats.org/package/2006/content-types">
  <Default Extension="jpeg" ContentType="image/jpeg"/>
  <Default Extension="JPG" ContentType="image/.jpg"/>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handoutMasterIdLst>
    <p:handoutMasterId r:id="rId20"/>
  </p:handoutMasterIdLst>
  <p:sldIdLst>
    <p:sldId id="1669" r:id="rId3"/>
    <p:sldId id="1679" r:id="rId4"/>
    <p:sldId id="1752" r:id="rId6"/>
    <p:sldId id="1753" r:id="rId7"/>
    <p:sldId id="1754" r:id="rId8"/>
    <p:sldId id="1755" r:id="rId9"/>
    <p:sldId id="1756" r:id="rId10"/>
    <p:sldId id="1759" r:id="rId11"/>
    <p:sldId id="1757" r:id="rId12"/>
    <p:sldId id="1758" r:id="rId13"/>
    <p:sldId id="1744" r:id="rId14"/>
    <p:sldId id="1749" r:id="rId15"/>
    <p:sldId id="1746" r:id="rId16"/>
    <p:sldId id="1750" r:id="rId17"/>
    <p:sldId id="1745" r:id="rId18"/>
    <p:sldId id="1620" r:id="rId19"/>
  </p:sldIdLst>
  <p:sldSz cx="9144000" cy="6858000" type="screen4x3"/>
  <p:notesSz cx="6858000" cy="9144000"/>
  <p:defaultTextStyle>
    <a:defPPr>
      <a:defRPr lang="en-US"/>
    </a:defPPr>
    <a:lvl1pPr marL="0" lvl="0" indent="0" algn="l" defTabSz="4572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4572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4572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4572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4572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78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0000FF"/>
    <a:srgbClr val="F4F6E0"/>
    <a:srgbClr val="DFBDDE"/>
    <a:srgbClr val="BDD7EE"/>
    <a:srgbClr val="333399"/>
    <a:srgbClr val="EEECE1"/>
    <a:srgbClr val="006096"/>
    <a:srgbClr val="F5F9E4"/>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741" autoAdjust="0"/>
    <p:restoredTop sz="81775" autoAdjust="0"/>
  </p:normalViewPr>
  <p:slideViewPr>
    <p:cSldViewPr showGuides="1">
      <p:cViewPr varScale="1">
        <p:scale>
          <a:sx n="131" d="100"/>
          <a:sy n="131" d="100"/>
        </p:scale>
        <p:origin x="2808" y="132"/>
      </p:cViewPr>
      <p:guideLst>
        <p:guide orient="horz" pos="2160"/>
        <p:guide pos="2781"/>
      </p:guideLst>
    </p:cSldViewPr>
  </p:slideViewPr>
  <p:outlineViewPr>
    <p:cViewPr>
      <p:scale>
        <a:sx n="33" d="100"/>
        <a:sy n="33" d="100"/>
      </p:scale>
      <p:origin x="0" y="0"/>
    </p:cViewPr>
  </p:outlineViewPr>
  <p:notesTextViewPr>
    <p:cViewPr>
      <p:scale>
        <a:sx n="1" d="1"/>
        <a:sy n="1" d="1"/>
      </p:scale>
      <p:origin x="0" y="0"/>
    </p:cViewPr>
  </p:notesTextViewPr>
  <p:sorterViewPr showFormatting="0">
    <p:cViewPr>
      <p:scale>
        <a:sx n="100" d="100"/>
        <a:sy n="100" d="100"/>
      </p:scale>
      <p:origin x="0" y="0"/>
    </p:cViewPr>
  </p:sorterViewPr>
  <p:gridSpacing cx="71999" cy="71999"/>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handoutMaster" Target="handoutMasters/handoutMaster1.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defRPr>
            </a:lvl1p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ea typeface="+mn-ea"/>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94106687-4CE0-46A4-A8B7-EDCFD3092D8B}" type="datetimeFigureOut">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4" name="页脚占位符 3"/>
          <p:cNvSpPr>
            <a:spLocks noGrp="1"/>
          </p:cNvSpPr>
          <p:nvPr>
            <p:ph type="ftr" sz="quarter" idx="2"/>
          </p:nvPr>
        </p:nvSpPr>
        <p:spPr>
          <a:xfrm>
            <a:off x="0" y="8685213"/>
            <a:ext cx="2971800" cy="458788"/>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defRPr>
            </a:lvl1p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灯片编号占位符 4"/>
          <p:cNvSpPr>
            <a:spLocks noGrp="1"/>
          </p:cNvSpPr>
          <p:nvPr>
            <p:ph type="sldNum" sz="quarter" idx="3"/>
          </p:nvPr>
        </p:nvSpPr>
        <p:spPr>
          <a:xfrm>
            <a:off x="3884613" y="8685213"/>
            <a:ext cx="2971800" cy="458788"/>
          </a:xfrm>
          <a:prstGeom prst="rect">
            <a:avLst/>
          </a:prstGeom>
        </p:spPr>
        <p:txBody>
          <a:bodyPr vert="horz" wrap="square" lIns="91440" tIns="45720" rIns="91440" bIns="45720" numCol="1" anchor="b" anchorCtr="0" compatLnSpc="1"/>
          <a:lstStyle/>
          <a:p>
            <a:pPr lvl="0" algn="r" eaLnBrk="1" hangingPunct="1">
              <a:buNone/>
            </a:pPr>
            <a:fld id="{9A0DB2DC-4C9A-4742-B13C-FB6460FD3503}" type="slidenum">
              <a:rPr lang="en-US" altLang="en-US" sz="1200" dirty="0">
                <a:latin typeface="Verdana" panose="020B0604030504040204" pitchFamily="34" charset="0"/>
                <a:ea typeface="微软雅黑" panose="020B0503020204020204" pitchFamily="34" charset="-122"/>
              </a:rPr>
            </a:fld>
            <a:endParaRPr lang="en-US" altLang="en-US" sz="1200" dirty="0">
              <a:latin typeface="Verdana" panose="020B0604030504040204" pitchFamily="34" charset="0"/>
              <a:ea typeface="微软雅黑" panose="020B0503020204020204" pitchFamily="3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defRPr>
            </a:lvl1p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ea typeface="+mn-ea"/>
              </a:defRPr>
            </a:lvl1pPr>
          </a:lstStyle>
          <a:p>
            <a:pPr marL="0" marR="0" lvl="0" indent="0" algn="r" defTabSz="457200" rtl="0" eaLnBrk="1" fontAlgn="auto" latinLnBrk="0" hangingPunct="1">
              <a:lnSpc>
                <a:spcPct val="100000"/>
              </a:lnSpc>
              <a:spcBef>
                <a:spcPts val="0"/>
              </a:spcBef>
              <a:spcAft>
                <a:spcPts val="0"/>
              </a:spcAft>
              <a:buClrTx/>
              <a:buSzTx/>
              <a:buFontTx/>
              <a:buNone/>
              <a:defRPr/>
            </a:pPr>
            <a:fld id="{C36A4582-C11A-4DBB-8486-F9FDC0F1CAFB}" type="datetimeFigureOut">
              <a:rPr kumimoji="0" lang="zh-CN" altLang="en-US" sz="1200" b="0" i="0" u="none" strike="noStrike" kern="1200" cap="none" spc="0" normalizeH="0" baseline="0" noProof="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17413" name="备注占位符 4"/>
          <p:cNvSpPr>
            <a:spLocks noGrp="1" noChangeArrowheads="1"/>
          </p:cNvSpPr>
          <p:nvPr>
            <p:ph type="body" sz="quarter" idx="4294967295"/>
          </p:nvPr>
        </p:nvSpPr>
        <p:spPr bwMode="auto">
          <a:xfrm>
            <a:off x="685800" y="4400550"/>
            <a:ext cx="5486400" cy="3600450"/>
          </a:xfrm>
          <a:prstGeom prst="rect">
            <a:avLst/>
          </a:prstGeom>
          <a:noFill/>
          <a:ln>
            <a:noFill/>
          </a:ln>
        </p:spPr>
        <p:txBody>
          <a:bodyPr vert="horz" wrap="square" lIns="91440" tIns="45720" rIns="91440" bIns="45720" numCol="1" anchor="t" anchorCtr="0" compatLnSpc="1"/>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defRPr>
            </a:lvl1p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wrap="square" lIns="91440" tIns="45720" rIns="91440" bIns="45720" numCol="1" anchor="b" anchorCtr="0" compatLnSpc="1"/>
          <a:lstStyle/>
          <a:p>
            <a:pPr lvl="0" algn="r" eaLnBrk="1" hangingPunct="1">
              <a:buNone/>
            </a:pPr>
            <a:fld id="{9A0DB2DC-4C9A-4742-B13C-FB6460FD3503}" type="slidenum">
              <a:rPr lang="en-US" altLang="en-US" sz="1200" dirty="0">
                <a:latin typeface="等线" panose="02010600030101010101" pitchFamily="2" charset="-122"/>
                <a:ea typeface="等线" panose="02010600030101010101" pitchFamily="2" charset="-122"/>
              </a:rPr>
            </a:fld>
            <a:endParaRPr lang="en-US" altLang="en-US" sz="1200" dirty="0">
              <a:latin typeface="等线" panose="02010600030101010101" pitchFamily="2" charset="-122"/>
              <a:ea typeface="等线"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a:xfrm>
            <a:off x="1371600" y="1143000"/>
            <a:ext cx="4114800" cy="3086100"/>
          </a:xfrm>
          <a:ln>
            <a:solidFill>
              <a:srgbClr val="000000">
                <a:alpha val="100000"/>
              </a:srgbClr>
            </a:solidFill>
            <a:miter lim="800000"/>
          </a:ln>
        </p:spPr>
      </p:sp>
      <p:sp>
        <p:nvSpPr>
          <p:cNvPr id="12291" name="备注占位符 2"/>
          <p:cNvSpPr>
            <a:spLocks noGrp="1"/>
          </p:cNvSpPr>
          <p:nvPr>
            <p:ph type="body"/>
          </p:nvPr>
        </p:nvSpPr>
        <p:spPr/>
        <p:txBody>
          <a:bodyPr wrap="square" lIns="91440" tIns="45720" rIns="91440" bIns="45720" anchor="t"/>
          <a:lstStyle/>
          <a:p>
            <a:pPr lvl="0"/>
            <a:endParaRPr lang="zh-CN" altLang="en-US" dirty="0">
              <a:ea typeface="等线" panose="02010600030101010101" pitchFamily="2" charset="-122"/>
            </a:endParaRPr>
          </a:p>
        </p:txBody>
      </p:sp>
      <p:sp>
        <p:nvSpPr>
          <p:cNvPr id="12292"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eaLnBrk="1" hangingPunct="1"/>
            <a:fld id="{9A0DB2DC-4C9A-4742-B13C-FB6460FD3503}" type="slidenum">
              <a:rPr lang="en-US" altLang="en-US" sz="1200" dirty="0">
                <a:latin typeface="等线" panose="02010600030101010101" pitchFamily="2" charset="-122"/>
                <a:ea typeface="等线" panose="02010600030101010101" pitchFamily="2" charset="-122"/>
              </a:rPr>
            </a:fld>
            <a:endParaRPr lang="en-US"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a:xfrm>
            <a:off x="1371600" y="1143000"/>
            <a:ext cx="4114800" cy="3086100"/>
          </a:xfrm>
          <a:ln>
            <a:solidFill>
              <a:srgbClr val="000000">
                <a:alpha val="100000"/>
              </a:srgbClr>
            </a:solidFill>
            <a:miter lim="800000"/>
          </a:ln>
        </p:spPr>
      </p:sp>
      <p:sp>
        <p:nvSpPr>
          <p:cNvPr id="12291" name="备注占位符 2"/>
          <p:cNvSpPr>
            <a:spLocks noGrp="1"/>
          </p:cNvSpPr>
          <p:nvPr>
            <p:ph type="body"/>
          </p:nvPr>
        </p:nvSpPr>
        <p:spPr/>
        <p:txBody>
          <a:bodyPr wrap="square" lIns="91440" tIns="45720" rIns="91440" bIns="45720" anchor="t"/>
          <a:lstStyle/>
          <a:p>
            <a:pPr lvl="0"/>
            <a:endParaRPr lang="zh-CN" altLang="en-US" dirty="0">
              <a:ea typeface="等线" panose="02010600030101010101" pitchFamily="2" charset="-122"/>
            </a:endParaRPr>
          </a:p>
        </p:txBody>
      </p:sp>
      <p:sp>
        <p:nvSpPr>
          <p:cNvPr id="12292"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eaLnBrk="1" hangingPunct="1"/>
            <a:fld id="{9A0DB2DC-4C9A-4742-B13C-FB6460FD3503}" type="slidenum">
              <a:rPr lang="en-US" altLang="en-US" sz="1200" dirty="0">
                <a:latin typeface="等线" panose="02010600030101010101" pitchFamily="2" charset="-122"/>
                <a:ea typeface="等线" panose="02010600030101010101" pitchFamily="2" charset="-122"/>
              </a:rPr>
            </a:fld>
            <a:endParaRPr lang="en-US"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a:xfrm>
            <a:off x="1371600" y="1143000"/>
            <a:ext cx="4114800" cy="3086100"/>
          </a:xfrm>
          <a:ln>
            <a:solidFill>
              <a:srgbClr val="000000">
                <a:alpha val="100000"/>
              </a:srgbClr>
            </a:solidFill>
            <a:miter lim="800000"/>
          </a:ln>
        </p:spPr>
      </p:sp>
      <p:sp>
        <p:nvSpPr>
          <p:cNvPr id="12291" name="备注占位符 2"/>
          <p:cNvSpPr>
            <a:spLocks noGrp="1"/>
          </p:cNvSpPr>
          <p:nvPr>
            <p:ph type="body"/>
          </p:nvPr>
        </p:nvSpPr>
        <p:spPr/>
        <p:txBody>
          <a:bodyPr wrap="square" lIns="91440" tIns="45720" rIns="91440" bIns="45720" anchor="t"/>
          <a:lstStyle/>
          <a:p>
            <a:pPr lvl="0"/>
            <a:endParaRPr lang="zh-CN" altLang="en-US" dirty="0">
              <a:ea typeface="等线" panose="02010600030101010101" pitchFamily="2" charset="-122"/>
            </a:endParaRPr>
          </a:p>
        </p:txBody>
      </p:sp>
      <p:sp>
        <p:nvSpPr>
          <p:cNvPr id="12292"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eaLnBrk="1" hangingPunct="1"/>
            <a:fld id="{9A0DB2DC-4C9A-4742-B13C-FB6460FD3503}" type="slidenum">
              <a:rPr lang="en-US" altLang="en-US" sz="1200" dirty="0">
                <a:latin typeface="等线" panose="02010600030101010101" pitchFamily="2" charset="-122"/>
                <a:ea typeface="等线" panose="02010600030101010101" pitchFamily="2" charset="-122"/>
              </a:rPr>
            </a:fld>
            <a:endParaRPr lang="en-US"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a:xfrm>
            <a:off x="1371600" y="1143000"/>
            <a:ext cx="4114800" cy="3086100"/>
          </a:xfrm>
          <a:ln>
            <a:solidFill>
              <a:srgbClr val="000000">
                <a:alpha val="100000"/>
              </a:srgbClr>
            </a:solidFill>
            <a:miter lim="800000"/>
          </a:ln>
        </p:spPr>
      </p:sp>
      <p:sp>
        <p:nvSpPr>
          <p:cNvPr id="12291" name="备注占位符 2"/>
          <p:cNvSpPr>
            <a:spLocks noGrp="1"/>
          </p:cNvSpPr>
          <p:nvPr>
            <p:ph type="body"/>
          </p:nvPr>
        </p:nvSpPr>
        <p:spPr/>
        <p:txBody>
          <a:bodyPr wrap="square" lIns="91440" tIns="45720" rIns="91440" bIns="45720" anchor="t"/>
          <a:lstStyle/>
          <a:p>
            <a:pPr lvl="0"/>
            <a:endParaRPr lang="zh-CN" altLang="en-US" dirty="0">
              <a:ea typeface="等线" panose="02010600030101010101" pitchFamily="2" charset="-122"/>
            </a:endParaRPr>
          </a:p>
        </p:txBody>
      </p:sp>
      <p:sp>
        <p:nvSpPr>
          <p:cNvPr id="12292"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eaLnBrk="1" hangingPunct="1"/>
            <a:fld id="{9A0DB2DC-4C9A-4742-B13C-FB6460FD3503}" type="slidenum">
              <a:rPr lang="en-US" altLang="en-US" sz="1200" dirty="0">
                <a:latin typeface="等线" panose="02010600030101010101" pitchFamily="2" charset="-122"/>
                <a:ea typeface="等线" panose="02010600030101010101" pitchFamily="2" charset="-122"/>
              </a:rPr>
            </a:fld>
            <a:endParaRPr lang="en-US"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a:xfrm>
            <a:off x="1371600" y="1143000"/>
            <a:ext cx="4114800" cy="3086100"/>
          </a:xfrm>
          <a:ln>
            <a:solidFill>
              <a:srgbClr val="000000">
                <a:alpha val="100000"/>
              </a:srgbClr>
            </a:solidFill>
            <a:miter lim="800000"/>
          </a:ln>
        </p:spPr>
      </p:sp>
      <p:sp>
        <p:nvSpPr>
          <p:cNvPr id="12291" name="备注占位符 2"/>
          <p:cNvSpPr>
            <a:spLocks noGrp="1"/>
          </p:cNvSpPr>
          <p:nvPr>
            <p:ph type="body"/>
          </p:nvPr>
        </p:nvSpPr>
        <p:spPr/>
        <p:txBody>
          <a:bodyPr wrap="square" lIns="91440" tIns="45720" rIns="91440" bIns="45720" anchor="t"/>
          <a:lstStyle/>
          <a:p>
            <a:pPr lvl="0"/>
            <a:endParaRPr lang="zh-CN" altLang="en-US" dirty="0">
              <a:ea typeface="等线" panose="02010600030101010101" pitchFamily="2" charset="-122"/>
            </a:endParaRPr>
          </a:p>
        </p:txBody>
      </p:sp>
      <p:sp>
        <p:nvSpPr>
          <p:cNvPr id="12292"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eaLnBrk="1" hangingPunct="1"/>
            <a:fld id="{9A0DB2DC-4C9A-4742-B13C-FB6460FD3503}" type="slidenum">
              <a:rPr lang="en-US" altLang="en-US" sz="1200" dirty="0">
                <a:latin typeface="等线" panose="02010600030101010101" pitchFamily="2" charset="-122"/>
                <a:ea typeface="等线" panose="02010600030101010101" pitchFamily="2" charset="-122"/>
              </a:rPr>
            </a:fld>
            <a:endParaRPr lang="en-US"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a:xfrm>
            <a:off x="1371600" y="1143000"/>
            <a:ext cx="4114800" cy="3086100"/>
          </a:xfrm>
          <a:ln>
            <a:solidFill>
              <a:srgbClr val="000000">
                <a:alpha val="100000"/>
              </a:srgbClr>
            </a:solidFill>
            <a:miter lim="800000"/>
          </a:ln>
        </p:spPr>
      </p:sp>
      <p:sp>
        <p:nvSpPr>
          <p:cNvPr id="12291" name="备注占位符 2"/>
          <p:cNvSpPr>
            <a:spLocks noGrp="1"/>
          </p:cNvSpPr>
          <p:nvPr>
            <p:ph type="body"/>
          </p:nvPr>
        </p:nvSpPr>
        <p:spPr/>
        <p:txBody>
          <a:bodyPr wrap="square" lIns="91440" tIns="45720" rIns="91440" bIns="45720" anchor="t"/>
          <a:lstStyle/>
          <a:p>
            <a:pPr lvl="0"/>
            <a:endParaRPr lang="zh-CN" altLang="en-US" dirty="0">
              <a:ea typeface="等线" panose="02010600030101010101" pitchFamily="2" charset="-122"/>
            </a:endParaRPr>
          </a:p>
        </p:txBody>
      </p:sp>
      <p:sp>
        <p:nvSpPr>
          <p:cNvPr id="12292"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eaLnBrk="1" hangingPunct="1"/>
            <a:fld id="{9A0DB2DC-4C9A-4742-B13C-FB6460FD3503}" type="slidenum">
              <a:rPr lang="en-US" altLang="en-US" sz="1200" dirty="0">
                <a:latin typeface="等线" panose="02010600030101010101" pitchFamily="2" charset="-122"/>
                <a:ea typeface="等线" panose="02010600030101010101" pitchFamily="2" charset="-122"/>
              </a:rPr>
            </a:fld>
            <a:endParaRPr lang="en-US"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a:xfrm>
            <a:off x="1371600" y="1143000"/>
            <a:ext cx="4114800" cy="3086100"/>
          </a:xfrm>
          <a:ln>
            <a:solidFill>
              <a:srgbClr val="000000">
                <a:alpha val="100000"/>
              </a:srgbClr>
            </a:solidFill>
            <a:miter lim="800000"/>
          </a:ln>
        </p:spPr>
      </p:sp>
      <p:sp>
        <p:nvSpPr>
          <p:cNvPr id="12291" name="备注占位符 2"/>
          <p:cNvSpPr>
            <a:spLocks noGrp="1"/>
          </p:cNvSpPr>
          <p:nvPr>
            <p:ph type="body"/>
          </p:nvPr>
        </p:nvSpPr>
        <p:spPr/>
        <p:txBody>
          <a:bodyPr wrap="square" lIns="91440" tIns="45720" rIns="91440" bIns="45720" anchor="t"/>
          <a:lstStyle/>
          <a:p>
            <a:pPr lvl="0"/>
            <a:endParaRPr lang="zh-CN" altLang="en-US" dirty="0">
              <a:ea typeface="等线" panose="02010600030101010101" pitchFamily="2" charset="-122"/>
            </a:endParaRPr>
          </a:p>
        </p:txBody>
      </p:sp>
      <p:sp>
        <p:nvSpPr>
          <p:cNvPr id="12292"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eaLnBrk="1" hangingPunct="1"/>
            <a:fld id="{9A0DB2DC-4C9A-4742-B13C-FB6460FD3503}" type="slidenum">
              <a:rPr lang="en-US" altLang="en-US" sz="1200" dirty="0">
                <a:latin typeface="等线" panose="02010600030101010101" pitchFamily="2" charset="-122"/>
                <a:ea typeface="等线" panose="02010600030101010101" pitchFamily="2" charset="-122"/>
              </a:rPr>
            </a:fld>
            <a:endParaRPr lang="en-US"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a:xfrm>
            <a:off x="1371600" y="1143000"/>
            <a:ext cx="4114800" cy="3086100"/>
          </a:xfrm>
          <a:ln>
            <a:solidFill>
              <a:srgbClr val="000000">
                <a:alpha val="100000"/>
              </a:srgbClr>
            </a:solidFill>
            <a:miter lim="800000"/>
          </a:ln>
        </p:spPr>
      </p:sp>
      <p:sp>
        <p:nvSpPr>
          <p:cNvPr id="12291" name="备注占位符 2"/>
          <p:cNvSpPr>
            <a:spLocks noGrp="1"/>
          </p:cNvSpPr>
          <p:nvPr>
            <p:ph type="body"/>
          </p:nvPr>
        </p:nvSpPr>
        <p:spPr/>
        <p:txBody>
          <a:bodyPr wrap="square" lIns="91440" tIns="45720" rIns="91440" bIns="45720" anchor="t"/>
          <a:lstStyle/>
          <a:p>
            <a:pPr lvl="0"/>
            <a:endParaRPr lang="zh-CN" altLang="en-US" dirty="0">
              <a:ea typeface="等线" panose="02010600030101010101" pitchFamily="2" charset="-122"/>
            </a:endParaRPr>
          </a:p>
        </p:txBody>
      </p:sp>
      <p:sp>
        <p:nvSpPr>
          <p:cNvPr id="12292"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eaLnBrk="1" hangingPunct="1"/>
            <a:fld id="{9A0DB2DC-4C9A-4742-B13C-FB6460FD3503}" type="slidenum">
              <a:rPr lang="en-US" altLang="en-US" sz="1200" dirty="0">
                <a:latin typeface="等线" panose="02010600030101010101" pitchFamily="2" charset="-122"/>
                <a:ea typeface="等线" panose="02010600030101010101" pitchFamily="2" charset="-122"/>
              </a:rPr>
            </a:fld>
            <a:endParaRPr lang="en-US"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a:xfrm>
            <a:off x="1371600" y="1143000"/>
            <a:ext cx="4114800" cy="3086100"/>
          </a:xfrm>
          <a:ln>
            <a:solidFill>
              <a:srgbClr val="000000">
                <a:alpha val="100000"/>
              </a:srgbClr>
            </a:solidFill>
            <a:miter lim="800000"/>
          </a:ln>
        </p:spPr>
      </p:sp>
      <p:sp>
        <p:nvSpPr>
          <p:cNvPr id="12291" name="备注占位符 2"/>
          <p:cNvSpPr>
            <a:spLocks noGrp="1"/>
          </p:cNvSpPr>
          <p:nvPr>
            <p:ph type="body"/>
          </p:nvPr>
        </p:nvSpPr>
        <p:spPr/>
        <p:txBody>
          <a:bodyPr wrap="square" lIns="91440" tIns="45720" rIns="91440" bIns="45720" anchor="t"/>
          <a:lstStyle/>
          <a:p>
            <a:pPr lvl="0"/>
            <a:endParaRPr lang="zh-CN" altLang="en-US" dirty="0">
              <a:ea typeface="等线" panose="02010600030101010101" pitchFamily="2" charset="-122"/>
            </a:endParaRPr>
          </a:p>
        </p:txBody>
      </p:sp>
      <p:sp>
        <p:nvSpPr>
          <p:cNvPr id="12292"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eaLnBrk="1" hangingPunct="1"/>
            <a:fld id="{9A0DB2DC-4C9A-4742-B13C-FB6460FD3503}" type="slidenum">
              <a:rPr lang="en-US" altLang="en-US" sz="1200" dirty="0">
                <a:latin typeface="等线" panose="02010600030101010101" pitchFamily="2" charset="-122"/>
                <a:ea typeface="等线" panose="02010600030101010101" pitchFamily="2" charset="-122"/>
              </a:rPr>
            </a:fld>
            <a:endParaRPr lang="en-US"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a:xfrm>
            <a:off x="1371600" y="1143000"/>
            <a:ext cx="4114800" cy="3086100"/>
          </a:xfrm>
          <a:ln>
            <a:solidFill>
              <a:srgbClr val="000000">
                <a:alpha val="100000"/>
              </a:srgbClr>
            </a:solidFill>
            <a:miter lim="800000"/>
          </a:ln>
        </p:spPr>
      </p:sp>
      <p:sp>
        <p:nvSpPr>
          <p:cNvPr id="12291" name="备注占位符 2"/>
          <p:cNvSpPr>
            <a:spLocks noGrp="1"/>
          </p:cNvSpPr>
          <p:nvPr>
            <p:ph type="body"/>
          </p:nvPr>
        </p:nvSpPr>
        <p:spPr/>
        <p:txBody>
          <a:bodyPr wrap="square" lIns="91440" tIns="45720" rIns="91440" bIns="45720" anchor="t"/>
          <a:lstStyle/>
          <a:p>
            <a:pPr lvl="0"/>
            <a:endParaRPr lang="zh-CN" altLang="en-US" dirty="0">
              <a:ea typeface="等线" panose="02010600030101010101" pitchFamily="2" charset="-122"/>
            </a:endParaRPr>
          </a:p>
        </p:txBody>
      </p:sp>
      <p:sp>
        <p:nvSpPr>
          <p:cNvPr id="12292"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eaLnBrk="1" hangingPunct="1"/>
            <a:fld id="{9A0DB2DC-4C9A-4742-B13C-FB6460FD3503}" type="slidenum">
              <a:rPr lang="en-US" altLang="en-US" sz="1200" dirty="0">
                <a:latin typeface="等线" panose="02010600030101010101" pitchFamily="2" charset="-122"/>
                <a:ea typeface="等线" panose="02010600030101010101" pitchFamily="2" charset="-122"/>
              </a:rPr>
            </a:fld>
            <a:endParaRPr lang="en-US"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a:xfrm>
            <a:off x="1371600" y="1143000"/>
            <a:ext cx="4114800" cy="3086100"/>
          </a:xfrm>
          <a:ln>
            <a:solidFill>
              <a:srgbClr val="000000">
                <a:alpha val="100000"/>
              </a:srgbClr>
            </a:solidFill>
            <a:miter lim="800000"/>
          </a:ln>
        </p:spPr>
      </p:sp>
      <p:sp>
        <p:nvSpPr>
          <p:cNvPr id="12291" name="备注占位符 2"/>
          <p:cNvSpPr>
            <a:spLocks noGrp="1"/>
          </p:cNvSpPr>
          <p:nvPr>
            <p:ph type="body"/>
          </p:nvPr>
        </p:nvSpPr>
        <p:spPr/>
        <p:txBody>
          <a:bodyPr wrap="square" lIns="91440" tIns="45720" rIns="91440" bIns="45720" anchor="t"/>
          <a:lstStyle/>
          <a:p>
            <a:pPr lvl="0"/>
            <a:endParaRPr lang="zh-CN" altLang="en-US" dirty="0">
              <a:ea typeface="等线" panose="02010600030101010101" pitchFamily="2" charset="-122"/>
            </a:endParaRPr>
          </a:p>
        </p:txBody>
      </p:sp>
      <p:sp>
        <p:nvSpPr>
          <p:cNvPr id="12292"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eaLnBrk="1" hangingPunct="1"/>
            <a:fld id="{9A0DB2DC-4C9A-4742-B13C-FB6460FD3503}" type="slidenum">
              <a:rPr lang="en-US" altLang="en-US" sz="1200" dirty="0">
                <a:latin typeface="等线" panose="02010600030101010101" pitchFamily="2" charset="-122"/>
                <a:ea typeface="等线" panose="02010600030101010101" pitchFamily="2" charset="-122"/>
              </a:rPr>
            </a:fld>
            <a:endParaRPr lang="en-US"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a:xfrm>
            <a:off x="1371600" y="1143000"/>
            <a:ext cx="4114800" cy="3086100"/>
          </a:xfrm>
          <a:ln>
            <a:solidFill>
              <a:srgbClr val="000000">
                <a:alpha val="100000"/>
              </a:srgbClr>
            </a:solidFill>
            <a:miter lim="800000"/>
          </a:ln>
        </p:spPr>
      </p:sp>
      <p:sp>
        <p:nvSpPr>
          <p:cNvPr id="12291" name="备注占位符 2"/>
          <p:cNvSpPr>
            <a:spLocks noGrp="1"/>
          </p:cNvSpPr>
          <p:nvPr>
            <p:ph type="body"/>
          </p:nvPr>
        </p:nvSpPr>
        <p:spPr/>
        <p:txBody>
          <a:bodyPr wrap="square" lIns="91440" tIns="45720" rIns="91440" bIns="45720" anchor="t"/>
          <a:lstStyle/>
          <a:p>
            <a:pPr lvl="0"/>
            <a:endParaRPr lang="zh-CN" altLang="en-US" dirty="0">
              <a:ea typeface="等线" panose="02010600030101010101" pitchFamily="2" charset="-122"/>
            </a:endParaRPr>
          </a:p>
        </p:txBody>
      </p:sp>
      <p:sp>
        <p:nvSpPr>
          <p:cNvPr id="12292"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eaLnBrk="1" hangingPunct="1"/>
            <a:fld id="{9A0DB2DC-4C9A-4742-B13C-FB6460FD3503}" type="slidenum">
              <a:rPr lang="en-US" altLang="en-US" sz="1200" dirty="0">
                <a:latin typeface="等线" panose="02010600030101010101" pitchFamily="2" charset="-122"/>
                <a:ea typeface="等线" panose="02010600030101010101" pitchFamily="2" charset="-122"/>
              </a:rPr>
            </a:fld>
            <a:endParaRPr lang="en-US"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a:xfrm>
            <a:off x="1371600" y="1143000"/>
            <a:ext cx="4114800" cy="3086100"/>
          </a:xfrm>
          <a:ln>
            <a:solidFill>
              <a:srgbClr val="000000">
                <a:alpha val="100000"/>
              </a:srgbClr>
            </a:solidFill>
            <a:miter lim="800000"/>
          </a:ln>
        </p:spPr>
      </p:sp>
      <p:sp>
        <p:nvSpPr>
          <p:cNvPr id="12291" name="备注占位符 2"/>
          <p:cNvSpPr>
            <a:spLocks noGrp="1"/>
          </p:cNvSpPr>
          <p:nvPr>
            <p:ph type="body"/>
          </p:nvPr>
        </p:nvSpPr>
        <p:spPr/>
        <p:txBody>
          <a:bodyPr wrap="square" lIns="91440" tIns="45720" rIns="91440" bIns="45720" anchor="t"/>
          <a:lstStyle/>
          <a:p>
            <a:pPr lvl="0"/>
            <a:endParaRPr lang="zh-CN" altLang="en-US" dirty="0">
              <a:ea typeface="等线" panose="02010600030101010101" pitchFamily="2" charset="-122"/>
            </a:endParaRPr>
          </a:p>
        </p:txBody>
      </p:sp>
      <p:sp>
        <p:nvSpPr>
          <p:cNvPr id="12292"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eaLnBrk="1" hangingPunct="1"/>
            <a:fld id="{9A0DB2DC-4C9A-4742-B13C-FB6460FD3503}" type="slidenum">
              <a:rPr lang="en-US" altLang="en-US" sz="1200" dirty="0">
                <a:latin typeface="等线" panose="02010600030101010101" pitchFamily="2" charset="-122"/>
                <a:ea typeface="等线" panose="02010600030101010101" pitchFamily="2" charset="-122"/>
              </a:rPr>
            </a:fld>
            <a:endParaRPr lang="en-US"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a:xfrm>
            <a:off x="1371600" y="1143000"/>
            <a:ext cx="4114800" cy="3086100"/>
          </a:xfrm>
          <a:ln>
            <a:solidFill>
              <a:srgbClr val="000000">
                <a:alpha val="100000"/>
              </a:srgbClr>
            </a:solidFill>
            <a:miter lim="800000"/>
          </a:ln>
        </p:spPr>
      </p:sp>
      <p:sp>
        <p:nvSpPr>
          <p:cNvPr id="12291" name="备注占位符 2"/>
          <p:cNvSpPr>
            <a:spLocks noGrp="1"/>
          </p:cNvSpPr>
          <p:nvPr>
            <p:ph type="body"/>
          </p:nvPr>
        </p:nvSpPr>
        <p:spPr/>
        <p:txBody>
          <a:bodyPr wrap="square" lIns="91440" tIns="45720" rIns="91440" bIns="45720" anchor="t"/>
          <a:lstStyle/>
          <a:p>
            <a:pPr lvl="0"/>
            <a:endParaRPr lang="zh-CN" altLang="en-US" dirty="0">
              <a:ea typeface="等线" panose="02010600030101010101" pitchFamily="2" charset="-122"/>
            </a:endParaRPr>
          </a:p>
        </p:txBody>
      </p:sp>
      <p:sp>
        <p:nvSpPr>
          <p:cNvPr id="12292" name="灯片编号占位符 3"/>
          <p:cNvSpPr txBox="1">
            <a:spLocks noGrp="1"/>
          </p:cNvSpPr>
          <p:nvPr>
            <p:ph type="sldNum" sz="quarter"/>
          </p:nvPr>
        </p:nvSpPr>
        <p:spPr>
          <a:xfrm>
            <a:off x="3884613" y="8685213"/>
            <a:ext cx="2971800" cy="458787"/>
          </a:xfrm>
          <a:prstGeom prst="rect">
            <a:avLst/>
          </a:prstGeom>
          <a:noFill/>
          <a:ln w="9525">
            <a:noFill/>
          </a:ln>
        </p:spPr>
        <p:txBody>
          <a:bodyPr anchor="b"/>
          <a:lstStyle/>
          <a:p>
            <a:pPr lvl="0" algn="r" eaLnBrk="1" hangingPunct="1"/>
            <a:fld id="{9A0DB2DC-4C9A-4742-B13C-FB6460FD3503}" type="slidenum">
              <a:rPr lang="en-US" altLang="en-US" sz="1200" dirty="0">
                <a:latin typeface="等线" panose="02010600030101010101" pitchFamily="2" charset="-122"/>
                <a:ea typeface="等线" panose="02010600030101010101" pitchFamily="2" charset="-122"/>
              </a:rPr>
            </a:fld>
            <a:endParaRPr lang="en-US"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solidFill>
        <a:effectLst/>
      </p:bgPr>
    </p:bg>
    <p:spTree>
      <p:nvGrpSpPr>
        <p:cNvPr id="1" name=""/>
        <p:cNvGrpSpPr/>
        <p:nvPr/>
      </p:nvGrpSpPr>
      <p:grpSpPr>
        <a:xfrm>
          <a:off x="0" y="0"/>
          <a:ext cx="0" cy="0"/>
          <a:chOff x="0" y="0"/>
          <a:chExt cx="0" cy="0"/>
        </a:xfrm>
      </p:grpSpPr>
      <p:sp>
        <p:nvSpPr>
          <p:cNvPr id="7" name="自由: 形状 58"/>
          <p:cNvSpPr/>
          <p:nvPr/>
        </p:nvSpPr>
        <p:spPr bwMode="auto">
          <a:xfrm>
            <a:off x="0" y="5378450"/>
            <a:ext cx="9144000" cy="1495425"/>
          </a:xfrm>
          <a:custGeom>
            <a:avLst/>
            <a:gdLst>
              <a:gd name="connsiteX0" fmla="*/ 12192000 w 12192000"/>
              <a:gd name="connsiteY0" fmla="*/ 0 h 1495763"/>
              <a:gd name="connsiteX1" fmla="*/ 12192000 w 12192000"/>
              <a:gd name="connsiteY1" fmla="*/ 1377707 h 1495763"/>
              <a:gd name="connsiteX2" fmla="*/ 12192000 w 12192000"/>
              <a:gd name="connsiteY2" fmla="*/ 1495763 h 1495763"/>
              <a:gd name="connsiteX3" fmla="*/ 0 w 12192000"/>
              <a:gd name="connsiteY3" fmla="*/ 1495763 h 1495763"/>
              <a:gd name="connsiteX4" fmla="*/ 0 w 12192000"/>
              <a:gd name="connsiteY4" fmla="*/ 1418386 h 1495763"/>
              <a:gd name="connsiteX5" fmla="*/ 0 w 12192000"/>
              <a:gd name="connsiteY5" fmla="*/ 147020 h 1495763"/>
              <a:gd name="connsiteX6" fmla="*/ 5889320 w 12192000"/>
              <a:gd name="connsiteY6" fmla="*/ 1061100 h 1495763"/>
              <a:gd name="connsiteX7" fmla="*/ 12192000 w 12192000"/>
              <a:gd name="connsiteY7" fmla="*/ 0 h 1495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495763">
                <a:moveTo>
                  <a:pt x="12192000" y="0"/>
                </a:moveTo>
                <a:cubicBezTo>
                  <a:pt x="12192000" y="0"/>
                  <a:pt x="12192000" y="0"/>
                  <a:pt x="12192000" y="1377707"/>
                </a:cubicBezTo>
                <a:lnTo>
                  <a:pt x="12192000" y="1495763"/>
                </a:lnTo>
                <a:lnTo>
                  <a:pt x="0" y="1495763"/>
                </a:lnTo>
                <a:lnTo>
                  <a:pt x="0" y="1418386"/>
                </a:lnTo>
                <a:cubicBezTo>
                  <a:pt x="0" y="1078954"/>
                  <a:pt x="0" y="661190"/>
                  <a:pt x="0" y="147020"/>
                </a:cubicBezTo>
                <a:cubicBezTo>
                  <a:pt x="1794070" y="757472"/>
                  <a:pt x="3758597" y="1061100"/>
                  <a:pt x="5889320" y="1061100"/>
                </a:cubicBezTo>
                <a:cubicBezTo>
                  <a:pt x="8186240" y="1061100"/>
                  <a:pt x="10287133" y="706335"/>
                  <a:pt x="12192000" y="0"/>
                </a:cubicBezTo>
                <a:close/>
              </a:path>
            </a:pathLst>
          </a:custGeom>
          <a:solidFill>
            <a:srgbClr val="1F487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mn-lt"/>
              <a:ea typeface="+mn-ea"/>
              <a:cs typeface="+mn-cs"/>
            </a:endParaRPr>
          </a:p>
        </p:txBody>
      </p:sp>
      <p:sp>
        <p:nvSpPr>
          <p:cNvPr id="8" name="Freeform 27"/>
          <p:cNvSpPr/>
          <p:nvPr/>
        </p:nvSpPr>
        <p:spPr bwMode="auto">
          <a:xfrm>
            <a:off x="0" y="4557713"/>
            <a:ext cx="9144000" cy="1781175"/>
          </a:xfrm>
          <a:custGeom>
            <a:avLst/>
            <a:gdLst/>
            <a:ahLst/>
            <a:cxnLst>
              <a:cxn ang="0">
                <a:pos x="2861" y="225"/>
              </a:cxn>
              <a:cxn ang="0">
                <a:pos x="2861" y="0"/>
              </a:cxn>
              <a:cxn ang="0">
                <a:pos x="1415" y="516"/>
              </a:cxn>
              <a:cxn ang="0">
                <a:pos x="0" y="25"/>
              </a:cxn>
              <a:cxn ang="0">
                <a:pos x="0" y="271"/>
              </a:cxn>
              <a:cxn ang="0">
                <a:pos x="1382" y="557"/>
              </a:cxn>
              <a:cxn ang="0">
                <a:pos x="2861" y="225"/>
              </a:cxn>
            </a:cxnLst>
            <a:rect l="0" t="0" r="r" b="b"/>
            <a:pathLst>
              <a:path w="2861" h="557">
                <a:moveTo>
                  <a:pt x="2861" y="225"/>
                </a:moveTo>
                <a:cubicBezTo>
                  <a:pt x="2861" y="0"/>
                  <a:pt x="2861" y="0"/>
                  <a:pt x="2861" y="0"/>
                </a:cubicBezTo>
                <a:cubicBezTo>
                  <a:pt x="2436" y="344"/>
                  <a:pt x="1954" y="516"/>
                  <a:pt x="1415" y="516"/>
                </a:cubicBezTo>
                <a:cubicBezTo>
                  <a:pt x="889" y="516"/>
                  <a:pt x="417" y="352"/>
                  <a:pt x="0" y="25"/>
                </a:cubicBezTo>
                <a:cubicBezTo>
                  <a:pt x="0" y="271"/>
                  <a:pt x="0" y="271"/>
                  <a:pt x="0" y="271"/>
                </a:cubicBezTo>
                <a:cubicBezTo>
                  <a:pt x="421" y="462"/>
                  <a:pt x="882" y="557"/>
                  <a:pt x="1382" y="557"/>
                </a:cubicBezTo>
                <a:cubicBezTo>
                  <a:pt x="1921" y="557"/>
                  <a:pt x="2414" y="446"/>
                  <a:pt x="2861" y="225"/>
                </a:cubicBez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mn-lt"/>
              <a:ea typeface="+mn-ea"/>
              <a:cs typeface="+mn-cs"/>
            </a:endParaRPr>
          </a:p>
        </p:txBody>
      </p:sp>
      <p:sp>
        <p:nvSpPr>
          <p:cNvPr id="9"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457200" rtl="0" eaLnBrk="1" fontAlgn="base" latinLnBrk="0" hangingPunct="1">
              <a:lnSpc>
                <a:spcPct val="100000"/>
              </a:lnSpc>
              <a:spcBef>
                <a:spcPct val="0"/>
              </a:spcBef>
              <a:spcAft>
                <a:spcPct val="0"/>
              </a:spcAft>
              <a:buClrTx/>
              <a:buSzTx/>
              <a:buFontTx/>
              <a:buNone/>
              <a:defRPr/>
            </a:pPr>
            <a:fld id="{AA2D10D5-5A10-4469-A790-CF98F3D2B225}" type="datetime1">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dirty="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0"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1" name="Slide Number Placeholder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lstStyle/>
          <a:p>
            <a:pPr algn="r" eaLnBrk="1" hangingPunct="1">
              <a:buNone/>
            </a:pPr>
            <a:fld id="{9A0DB2DC-4C9A-4742-B13C-FB6460FD3503}" type="slidenum">
              <a:rPr lang="en-US" altLang="en-US" dirty="0"/>
            </a:fld>
            <a:endParaRPr lang="en-US" altLang="en-US" dirty="0"/>
          </a:p>
        </p:txBody>
      </p:sp>
    </p:spTree>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noProof="1"/>
              <a:t>单击此处编辑母版标题样式</a:t>
            </a:r>
            <a:endParaRPr lang="en-US" noProof="1"/>
          </a:p>
        </p:txBody>
      </p:sp>
      <p:sp>
        <p:nvSpPr>
          <p:cNvPr id="3" name="Content Placeholder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二级</a:t>
            </a:r>
            <a:endParaRPr lang="zh-CN" altLang="en-US" noProof="1"/>
          </a:p>
          <a:p>
            <a:pPr lvl="2"/>
            <a:r>
              <a:rPr lang="zh-CN" altLang="en-US" noProof="1"/>
              <a:t>三级</a:t>
            </a:r>
            <a:endParaRPr lang="zh-CN" altLang="en-US" noProof="1"/>
          </a:p>
          <a:p>
            <a:pPr lvl="3"/>
            <a:r>
              <a:rPr lang="zh-CN" altLang="en-US" noProof="1"/>
              <a:t>四级</a:t>
            </a:r>
            <a:endParaRPr lang="zh-CN" altLang="en-US" noProof="1"/>
          </a:p>
          <a:p>
            <a:pPr lvl="4"/>
            <a:r>
              <a:rPr lang="zh-CN" altLang="en-US" noProof="1"/>
              <a:t>五级</a:t>
            </a:r>
            <a:endParaRPr lang="en-US" noProof="1"/>
          </a:p>
        </p:txBody>
      </p:sp>
      <p:sp>
        <p:nvSpPr>
          <p:cNvPr id="7"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457200" rtl="0" eaLnBrk="1" fontAlgn="base" latinLnBrk="0" hangingPunct="1">
              <a:lnSpc>
                <a:spcPct val="100000"/>
              </a:lnSpc>
              <a:spcBef>
                <a:spcPct val="0"/>
              </a:spcBef>
              <a:spcAft>
                <a:spcPct val="0"/>
              </a:spcAft>
              <a:buClrTx/>
              <a:buSzTx/>
              <a:buFontTx/>
              <a:buNone/>
              <a:defRPr/>
            </a:pPr>
            <a:fld id="{1D668E04-FB89-43BE-936D-BFF3EC73AA31}" type="datetime1">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8"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9" name="Slide Number Placeholder 5"/>
          <p:cNvSpPr>
            <a:spLocks noGrp="1"/>
          </p:cNvSpPr>
          <p:nvPr>
            <p:ph type="sldNum" sz="quarter" idx="4"/>
          </p:nvPr>
        </p:nvSpPr>
        <p:spPr>
          <a:xfrm>
            <a:off x="6942535" y="6381750"/>
            <a:ext cx="2057400" cy="365125"/>
          </a:xfrm>
          <a:prstGeom prst="rect">
            <a:avLst/>
          </a:prstGeom>
        </p:spPr>
        <p:txBody>
          <a:bodyPr vert="horz" wrap="square" lIns="91440" tIns="45720" rIns="91440" bIns="45720" numCol="1" anchor="ctr" anchorCtr="0" compatLnSpc="1"/>
          <a:lstStyle/>
          <a:p>
            <a:pPr algn="r" eaLnBrk="1" hangingPunct="1">
              <a:buNone/>
            </a:pPr>
            <a:fld id="{9A0DB2DC-4C9A-4742-B13C-FB6460FD3503}" type="slidenum">
              <a:rPr lang="en-US" altLang="zh-CN" sz="1400" b="1" dirty="0">
                <a:solidFill>
                  <a:srgbClr val="0000FF"/>
                </a:solidFill>
              </a:rPr>
            </a:fld>
            <a:endParaRPr lang="en-US" altLang="zh-CN" sz="1400" b="1" dirty="0">
              <a:solidFill>
                <a:srgbClr val="0000FF"/>
              </a:solidFill>
            </a:endParaRPr>
          </a:p>
        </p:txBody>
      </p:sp>
    </p:spTree>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zh-CN" altLang="en-US" noProof="1"/>
              <a:t>单击此处编辑母版标题样式</a:t>
            </a:r>
            <a:endParaRPr lang="en-US" noProof="1"/>
          </a:p>
        </p:txBody>
      </p:sp>
      <p:sp>
        <p:nvSpPr>
          <p:cNvPr id="3" name="Text Placeholder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noProof="1"/>
              <a:t>单击此处编辑母版文本样式</a:t>
            </a:r>
            <a:endParaRPr lang="zh-CN" altLang="en-US" noProof="1"/>
          </a:p>
        </p:txBody>
      </p:sp>
      <p:sp>
        <p:nvSpPr>
          <p:cNvPr id="4" name="日期占位符 3"/>
          <p:cNvSpPr>
            <a:spLocks noGrp="1"/>
          </p:cNvSpPr>
          <p:nvPr>
            <p:ph type="dt" sz="half" idx="10"/>
          </p:nvPr>
        </p:nvSpPr>
        <p:spPr/>
        <p:txBody>
          <a:bodyPr/>
          <a:lstStyle/>
          <a:p>
            <a:pPr marL="0" marR="0" lvl="0" indent="0" algn="l" defTabSz="457200" rtl="0" eaLnBrk="1" fontAlgn="base" latinLnBrk="0" hangingPunct="1">
              <a:lnSpc>
                <a:spcPct val="100000"/>
              </a:lnSpc>
              <a:spcBef>
                <a:spcPct val="0"/>
              </a:spcBef>
              <a:spcAft>
                <a:spcPct val="0"/>
              </a:spcAft>
              <a:buClrTx/>
              <a:buSzTx/>
              <a:buFontTx/>
              <a:buNone/>
              <a:defRPr/>
            </a:pPr>
            <a:fld id="{EDA95CB2-699B-4A96-BAFC-A317FCA91E22}" type="datetime1">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en-US" altLang="en-US" dirty="0">
                <a:latin typeface="Arial" panose="020B0604020202020204" pitchFamily="34" charset="0"/>
              </a:rPr>
            </a:fld>
            <a:endParaRPr lang="en-US" altLang="en-US" dirty="0">
              <a:latin typeface="Arial" panose="020B0604020202020204" pitchFamily="34" charset="0"/>
            </a:endParaRPr>
          </a:p>
        </p:txBody>
      </p:sp>
    </p:spTree>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noProof="1"/>
              <a:t>单击此处编辑母版标题样式</a:t>
            </a:r>
            <a:endParaRPr lang="en-US" noProof="1"/>
          </a:p>
        </p:txBody>
      </p:sp>
      <p:sp>
        <p:nvSpPr>
          <p:cNvPr id="3" name="Content Placeholder 2"/>
          <p:cNvSpPr>
            <a:spLocks noGrp="1"/>
          </p:cNvSpPr>
          <p:nvPr>
            <p:ph sz="half" idx="1"/>
          </p:nvPr>
        </p:nvSpPr>
        <p:spPr>
          <a:xfrm>
            <a:off x="628650" y="1825625"/>
            <a:ext cx="3886200" cy="4351338"/>
          </a:xfrm>
        </p:spPr>
        <p:txBody>
          <a:bodyPr/>
          <a:lstStyle/>
          <a:p>
            <a:pPr lvl="0"/>
            <a:r>
              <a:rPr lang="zh-CN" altLang="en-US" noProof="1"/>
              <a:t>单击此处编辑母版文本样式</a:t>
            </a:r>
            <a:endParaRPr lang="zh-CN" altLang="en-US" noProof="1"/>
          </a:p>
          <a:p>
            <a:pPr lvl="1"/>
            <a:r>
              <a:rPr lang="zh-CN" altLang="en-US" noProof="1"/>
              <a:t>二级</a:t>
            </a:r>
            <a:endParaRPr lang="zh-CN" altLang="en-US" noProof="1"/>
          </a:p>
          <a:p>
            <a:pPr lvl="2"/>
            <a:r>
              <a:rPr lang="zh-CN" altLang="en-US" noProof="1"/>
              <a:t>三级</a:t>
            </a:r>
            <a:endParaRPr lang="zh-CN" altLang="en-US" noProof="1"/>
          </a:p>
          <a:p>
            <a:pPr lvl="3"/>
            <a:r>
              <a:rPr lang="zh-CN" altLang="en-US" noProof="1"/>
              <a:t>四级</a:t>
            </a:r>
            <a:endParaRPr lang="zh-CN" altLang="en-US" noProof="1"/>
          </a:p>
          <a:p>
            <a:pPr lvl="4"/>
            <a:r>
              <a:rPr lang="zh-CN" altLang="en-US" noProof="1"/>
              <a:t>五级</a:t>
            </a:r>
            <a:endParaRPr lang="en-US" noProof="1"/>
          </a:p>
        </p:txBody>
      </p:sp>
      <p:sp>
        <p:nvSpPr>
          <p:cNvPr id="4" name="Content Placeholder 3"/>
          <p:cNvSpPr>
            <a:spLocks noGrp="1"/>
          </p:cNvSpPr>
          <p:nvPr>
            <p:ph sz="half" idx="2"/>
          </p:nvPr>
        </p:nvSpPr>
        <p:spPr>
          <a:xfrm>
            <a:off x="4629150" y="1825625"/>
            <a:ext cx="3886200" cy="4351338"/>
          </a:xfrm>
        </p:spPr>
        <p:txBody>
          <a:bodyPr/>
          <a:lstStyle/>
          <a:p>
            <a:pPr lvl="0"/>
            <a:r>
              <a:rPr lang="zh-CN" altLang="en-US" noProof="1"/>
              <a:t>单击此处编辑母版文本样式</a:t>
            </a:r>
            <a:endParaRPr lang="zh-CN" altLang="en-US" noProof="1"/>
          </a:p>
          <a:p>
            <a:pPr lvl="1"/>
            <a:r>
              <a:rPr lang="zh-CN" altLang="en-US" noProof="1"/>
              <a:t>二级</a:t>
            </a:r>
            <a:endParaRPr lang="zh-CN" altLang="en-US" noProof="1"/>
          </a:p>
          <a:p>
            <a:pPr lvl="2"/>
            <a:r>
              <a:rPr lang="zh-CN" altLang="en-US" noProof="1"/>
              <a:t>三级</a:t>
            </a:r>
            <a:endParaRPr lang="zh-CN" altLang="en-US" noProof="1"/>
          </a:p>
          <a:p>
            <a:pPr lvl="3"/>
            <a:r>
              <a:rPr lang="zh-CN" altLang="en-US" noProof="1"/>
              <a:t>四级</a:t>
            </a:r>
            <a:endParaRPr lang="zh-CN" altLang="en-US" noProof="1"/>
          </a:p>
          <a:p>
            <a:pPr lvl="4"/>
            <a:r>
              <a:rPr lang="zh-CN" altLang="en-US" noProof="1"/>
              <a:t>五级</a:t>
            </a:r>
            <a:endParaRPr lang="en-US" noProof="1"/>
          </a:p>
        </p:txBody>
      </p:sp>
      <p:sp>
        <p:nvSpPr>
          <p:cNvPr id="5" name="日期占位符 4"/>
          <p:cNvSpPr>
            <a:spLocks noGrp="1"/>
          </p:cNvSpPr>
          <p:nvPr>
            <p:ph type="dt" sz="half" idx="10"/>
          </p:nvPr>
        </p:nvSpPr>
        <p:spPr/>
        <p:txBody>
          <a:bodyPr/>
          <a:lstStyle/>
          <a:p>
            <a:pPr marL="0" marR="0" lvl="0" indent="0" algn="l" defTabSz="457200" rtl="0" eaLnBrk="1" fontAlgn="base" latinLnBrk="0" hangingPunct="1">
              <a:lnSpc>
                <a:spcPct val="100000"/>
              </a:lnSpc>
              <a:spcBef>
                <a:spcPct val="0"/>
              </a:spcBef>
              <a:spcAft>
                <a:spcPct val="0"/>
              </a:spcAft>
              <a:buClrTx/>
              <a:buSzTx/>
              <a:buFontTx/>
              <a:buNone/>
              <a:defRPr/>
            </a:pPr>
            <a:fld id="{EDA95CB2-699B-4A96-BAFC-A317FCA91E22}" type="datetime1">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en-US" altLang="en-US" dirty="0">
                <a:latin typeface="Arial" panose="020B0604020202020204" pitchFamily="34" charset="0"/>
              </a:rPr>
            </a:fld>
            <a:endParaRPr lang="en-US" altLang="en-US" dirty="0">
              <a:latin typeface="Arial" panose="020B0604020202020204" pitchFamily="34" charset="0"/>
            </a:endParaRPr>
          </a:p>
        </p:txBody>
      </p:sp>
    </p:spTree>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5"/>
            <a:ext cx="7886700" cy="1325563"/>
          </a:xfrm>
        </p:spPr>
        <p:txBody>
          <a:bodyPr/>
          <a:lstStyle/>
          <a:p>
            <a:r>
              <a:rPr lang="zh-CN" altLang="en-US" noProof="1"/>
              <a:t>单击此处编辑母版标题样式</a:t>
            </a:r>
            <a:endParaRPr lang="en-US" noProof="1"/>
          </a:p>
        </p:txBody>
      </p:sp>
      <p:sp>
        <p:nvSpPr>
          <p:cNvPr id="3" name="Text Placeholder 2"/>
          <p:cNvSpPr>
            <a:spLocks noGrp="1"/>
          </p:cNvSpPr>
          <p:nvPr>
            <p:ph type="body" idx="1"/>
          </p:nvPr>
        </p:nvSpPr>
        <p:spPr>
          <a:xfrm>
            <a:off x="629841"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Content Placeholder 3"/>
          <p:cNvSpPr>
            <a:spLocks noGrp="1"/>
          </p:cNvSpPr>
          <p:nvPr>
            <p:ph sz="half" idx="2"/>
          </p:nvPr>
        </p:nvSpPr>
        <p:spPr>
          <a:xfrm>
            <a:off x="629841" y="2505075"/>
            <a:ext cx="3868340" cy="3684588"/>
          </a:xfrm>
        </p:spPr>
        <p:txBody>
          <a:bodyPr/>
          <a:lstStyle/>
          <a:p>
            <a:pPr lvl="0"/>
            <a:r>
              <a:rPr lang="zh-CN" altLang="en-US" noProof="1"/>
              <a:t>单击此处编辑母版文本样式</a:t>
            </a:r>
            <a:endParaRPr lang="zh-CN" altLang="en-US" noProof="1"/>
          </a:p>
          <a:p>
            <a:pPr lvl="1"/>
            <a:r>
              <a:rPr lang="zh-CN" altLang="en-US" noProof="1"/>
              <a:t>二级</a:t>
            </a:r>
            <a:endParaRPr lang="zh-CN" altLang="en-US" noProof="1"/>
          </a:p>
          <a:p>
            <a:pPr lvl="2"/>
            <a:r>
              <a:rPr lang="zh-CN" altLang="en-US" noProof="1"/>
              <a:t>三级</a:t>
            </a:r>
            <a:endParaRPr lang="zh-CN" altLang="en-US" noProof="1"/>
          </a:p>
          <a:p>
            <a:pPr lvl="3"/>
            <a:r>
              <a:rPr lang="zh-CN" altLang="en-US" noProof="1"/>
              <a:t>四级</a:t>
            </a:r>
            <a:endParaRPr lang="zh-CN" altLang="en-US" noProof="1"/>
          </a:p>
          <a:p>
            <a:pPr lvl="4"/>
            <a:r>
              <a:rPr lang="zh-CN" altLang="en-US" noProof="1"/>
              <a:t>五级</a:t>
            </a:r>
            <a:endParaRPr lang="en-US" noProof="1"/>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Content Placeholder 5"/>
          <p:cNvSpPr>
            <a:spLocks noGrp="1"/>
          </p:cNvSpPr>
          <p:nvPr>
            <p:ph sz="quarter" idx="4"/>
          </p:nvPr>
        </p:nvSpPr>
        <p:spPr>
          <a:xfrm>
            <a:off x="4629150" y="2505075"/>
            <a:ext cx="3887391" cy="3684588"/>
          </a:xfrm>
        </p:spPr>
        <p:txBody>
          <a:bodyPr/>
          <a:lstStyle/>
          <a:p>
            <a:pPr lvl="0"/>
            <a:r>
              <a:rPr lang="zh-CN" altLang="en-US" noProof="1"/>
              <a:t>单击此处编辑母版文本样式</a:t>
            </a:r>
            <a:endParaRPr lang="zh-CN" altLang="en-US" noProof="1"/>
          </a:p>
          <a:p>
            <a:pPr lvl="1"/>
            <a:r>
              <a:rPr lang="zh-CN" altLang="en-US" noProof="1"/>
              <a:t>二级</a:t>
            </a:r>
            <a:endParaRPr lang="zh-CN" altLang="en-US" noProof="1"/>
          </a:p>
          <a:p>
            <a:pPr lvl="2"/>
            <a:r>
              <a:rPr lang="zh-CN" altLang="en-US" noProof="1"/>
              <a:t>三级</a:t>
            </a:r>
            <a:endParaRPr lang="zh-CN" altLang="en-US" noProof="1"/>
          </a:p>
          <a:p>
            <a:pPr lvl="3"/>
            <a:r>
              <a:rPr lang="zh-CN" altLang="en-US" noProof="1"/>
              <a:t>四级</a:t>
            </a:r>
            <a:endParaRPr lang="zh-CN" altLang="en-US" noProof="1"/>
          </a:p>
          <a:p>
            <a:pPr lvl="4"/>
            <a:r>
              <a:rPr lang="zh-CN" altLang="en-US" noProof="1"/>
              <a:t>五级</a:t>
            </a:r>
            <a:endParaRPr lang="en-US" noProof="1"/>
          </a:p>
        </p:txBody>
      </p:sp>
      <p:sp>
        <p:nvSpPr>
          <p:cNvPr id="7" name="日期占位符 6"/>
          <p:cNvSpPr>
            <a:spLocks noGrp="1"/>
          </p:cNvSpPr>
          <p:nvPr>
            <p:ph type="dt" sz="half" idx="10"/>
          </p:nvPr>
        </p:nvSpPr>
        <p:spPr/>
        <p:txBody>
          <a:bodyPr/>
          <a:lstStyle/>
          <a:p>
            <a:pPr marL="0" marR="0" lvl="0" indent="0" algn="l" defTabSz="457200" rtl="0" eaLnBrk="1" fontAlgn="base" latinLnBrk="0" hangingPunct="1">
              <a:lnSpc>
                <a:spcPct val="100000"/>
              </a:lnSpc>
              <a:spcBef>
                <a:spcPct val="0"/>
              </a:spcBef>
              <a:spcAft>
                <a:spcPct val="0"/>
              </a:spcAft>
              <a:buClrTx/>
              <a:buSzTx/>
              <a:buFontTx/>
              <a:buNone/>
              <a:defRPr/>
            </a:pPr>
            <a:fld id="{EDA95CB2-699B-4A96-BAFC-A317FCA91E22}" type="datetime1">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eaLnBrk="1" hangingPunct="1">
              <a:buNone/>
            </a:pPr>
            <a:fld id="{9A0DB2DC-4C9A-4742-B13C-FB6460FD3503}" type="slidenum">
              <a:rPr lang="en-US" altLang="en-US" dirty="0">
                <a:latin typeface="Arial" panose="020B0604020202020204" pitchFamily="34" charset="0"/>
              </a:rPr>
            </a:fld>
            <a:endParaRPr lang="en-US" altLang="en-US" dirty="0">
              <a:latin typeface="Arial" panose="020B0604020202020204" pitchFamily="34" charset="0"/>
            </a:endParaRPr>
          </a:p>
        </p:txBody>
      </p:sp>
    </p:spTree>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noProof="1"/>
              <a:t>单击此处编辑母版标题样式</a:t>
            </a:r>
            <a:endParaRPr lang="en-US" noProof="1"/>
          </a:p>
        </p:txBody>
      </p:sp>
      <p:sp>
        <p:nvSpPr>
          <p:cNvPr id="3" name="日期占位符 2"/>
          <p:cNvSpPr>
            <a:spLocks noGrp="1"/>
          </p:cNvSpPr>
          <p:nvPr>
            <p:ph type="dt" sz="half" idx="10"/>
          </p:nvPr>
        </p:nvSpPr>
        <p:spPr/>
        <p:txBody>
          <a:bodyPr/>
          <a:lstStyle/>
          <a:p>
            <a:pPr marL="0" marR="0" lvl="0" indent="0" algn="l" defTabSz="457200" rtl="0" eaLnBrk="1" fontAlgn="base" latinLnBrk="0" hangingPunct="1">
              <a:lnSpc>
                <a:spcPct val="100000"/>
              </a:lnSpc>
              <a:spcBef>
                <a:spcPct val="0"/>
              </a:spcBef>
              <a:spcAft>
                <a:spcPct val="0"/>
              </a:spcAft>
              <a:buClrTx/>
              <a:buSzTx/>
              <a:buFontTx/>
              <a:buNone/>
              <a:defRPr/>
            </a:pPr>
            <a:fld id="{EDA95CB2-699B-4A96-BAFC-A317FCA91E22}" type="datetime1">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eaLnBrk="1" hangingPunct="1">
              <a:buNone/>
            </a:pPr>
            <a:fld id="{9A0DB2DC-4C9A-4742-B13C-FB6460FD3503}" type="slidenum">
              <a:rPr lang="en-US" altLang="en-US" dirty="0">
                <a:latin typeface="Arial" panose="020B0604020202020204" pitchFamily="34" charset="0"/>
              </a:rPr>
            </a:fld>
            <a:endParaRPr lang="en-US" altLang="en-US" dirty="0">
              <a:latin typeface="Arial" panose="020B0604020202020204" pitchFamily="34" charset="0"/>
            </a:endParaRPr>
          </a:p>
        </p:txBody>
      </p:sp>
    </p:spTree>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3"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defRPr/>
            </a:lvl1pPr>
          </a:lstStyle>
          <a:p>
            <a:pPr marL="0" marR="0" lvl="0" indent="0" algn="l" defTabSz="457200" rtl="0" eaLnBrk="1" fontAlgn="base" latinLnBrk="0" hangingPunct="1">
              <a:lnSpc>
                <a:spcPct val="100000"/>
              </a:lnSpc>
              <a:spcBef>
                <a:spcPct val="0"/>
              </a:spcBef>
              <a:spcAft>
                <a:spcPct val="0"/>
              </a:spcAft>
              <a:buClrTx/>
              <a:buSzTx/>
              <a:buFontTx/>
              <a:buNone/>
              <a:defRPr/>
            </a:pPr>
            <a:fld id="{A4E368F0-E6D6-4E36-948B-CA994ADA8D0C}" type="datetime1">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4"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defRPr/>
            </a:lvl1pP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15" name="Slide Number Placeholder 5"/>
          <p:cNvSpPr>
            <a:spLocks noGrp="1"/>
          </p:cNvSpPr>
          <p:nvPr>
            <p:ph type="sldNum" sz="quarter" idx="4"/>
          </p:nvPr>
        </p:nvSpPr>
        <p:spPr>
          <a:xfrm>
            <a:off x="6888956" y="6356350"/>
            <a:ext cx="2057400" cy="365125"/>
          </a:xfrm>
          <a:prstGeom prst="rect">
            <a:avLst/>
          </a:prstGeom>
        </p:spPr>
        <p:txBody>
          <a:bodyPr vert="horz" wrap="square" lIns="91440" tIns="45720" rIns="91440" bIns="45720" numCol="1" anchor="ctr" anchorCtr="0" compatLnSpc="1"/>
          <a:lstStyle/>
          <a:p>
            <a:pPr algn="r" eaLnBrk="1" hangingPunct="1">
              <a:buNone/>
            </a:pPr>
            <a:fld id="{9A0DB2DC-4C9A-4742-B13C-FB6460FD3503}" type="slidenum">
              <a:rPr lang="en-US" altLang="zh-CN" sz="1400" dirty="0">
                <a:solidFill>
                  <a:srgbClr val="0000FF"/>
                </a:solidFill>
              </a:rPr>
            </a:fld>
            <a:endParaRPr lang="en-US" altLang="zh-CN" sz="1400" dirty="0">
              <a:solidFill>
                <a:srgbClr val="0000FF"/>
              </a:solidFill>
            </a:endParaRPr>
          </a:p>
        </p:txBody>
      </p:sp>
      <p:grpSp>
        <p:nvGrpSpPr>
          <p:cNvPr id="16" name="Group 18"/>
          <p:cNvGrpSpPr/>
          <p:nvPr userDrawn="1"/>
        </p:nvGrpSpPr>
        <p:grpSpPr>
          <a:xfrm>
            <a:off x="5689198" y="274897"/>
            <a:ext cx="3376136" cy="521811"/>
            <a:chOff x="98322" y="156927"/>
            <a:chExt cx="4501305" cy="696436"/>
          </a:xfrm>
        </p:grpSpPr>
        <p:pic>
          <p:nvPicPr>
            <p:cNvPr id="17" name="Picture 9"/>
            <p:cNvPicPr>
              <a:picLocks noChangeAspect="1"/>
            </p:cNvPicPr>
            <p:nvPr/>
          </p:nvPicPr>
          <p:blipFill>
            <a:blip r:embed="rId2"/>
            <a:stretch>
              <a:fillRect/>
            </a:stretch>
          </p:blipFill>
          <p:spPr>
            <a:xfrm>
              <a:off x="98322" y="164872"/>
              <a:ext cx="1955194" cy="619940"/>
            </a:xfrm>
            <a:prstGeom prst="rect">
              <a:avLst/>
            </a:prstGeom>
            <a:noFill/>
            <a:ln w="9525">
              <a:noFill/>
            </a:ln>
          </p:spPr>
        </p:pic>
        <p:cxnSp>
          <p:nvCxnSpPr>
            <p:cNvPr id="18" name="Straight Connector 11"/>
            <p:cNvCxnSpPr/>
            <p:nvPr/>
          </p:nvCxnSpPr>
          <p:spPr>
            <a:xfrm flipH="1">
              <a:off x="2192137" y="156927"/>
              <a:ext cx="4762" cy="627682"/>
            </a:xfrm>
            <a:prstGeom prst="line">
              <a:avLst/>
            </a:prstGeom>
            <a:ln w="19050">
              <a:solidFill>
                <a:srgbClr val="006096"/>
              </a:solidFill>
            </a:ln>
          </p:spPr>
          <p:style>
            <a:lnRef idx="1">
              <a:schemeClr val="accent1"/>
            </a:lnRef>
            <a:fillRef idx="0">
              <a:schemeClr val="accent1"/>
            </a:fillRef>
            <a:effectRef idx="0">
              <a:schemeClr val="accent1"/>
            </a:effectRef>
            <a:fontRef idx="minor">
              <a:schemeClr val="tx1"/>
            </a:fontRef>
          </p:style>
        </p:cxnSp>
        <p:sp>
          <p:nvSpPr>
            <p:cNvPr id="19" name="TextBox 12"/>
            <p:cNvSpPr txBox="1"/>
            <p:nvPr/>
          </p:nvSpPr>
          <p:spPr>
            <a:xfrm>
              <a:off x="2266746" y="195065"/>
              <a:ext cx="1782997" cy="368664"/>
            </a:xfrm>
            <a:prstGeom prst="rect">
              <a:avLst/>
            </a:prstGeom>
            <a:noFill/>
            <a:ln w="9525">
              <a:noFill/>
            </a:ln>
          </p:spPr>
          <p:txBody>
            <a:bodyPr wrap="none">
              <a:spAutoFit/>
            </a:bodyPr>
            <a:lstStyle/>
            <a:p>
              <a:r>
                <a:rPr lang="zh-CN" altLang="en-US" sz="1800" b="1" dirty="0">
                  <a:solidFill>
                    <a:srgbClr val="006096"/>
                  </a:solidFill>
                  <a:latin typeface="Arial" panose="020B0604020202020204" pitchFamily="34" charset="0"/>
                  <a:ea typeface="微软雅黑" panose="020B0503020204020204" pitchFamily="34" charset="-122"/>
                </a:rPr>
                <a:t>资源与安全学院</a:t>
              </a:r>
              <a:endParaRPr lang="en-US" altLang="zh-CN" sz="1800" b="1" dirty="0">
                <a:solidFill>
                  <a:srgbClr val="006096"/>
                </a:solidFill>
                <a:latin typeface="Arial" panose="020B0604020202020204" pitchFamily="34" charset="0"/>
                <a:ea typeface="微软雅黑" panose="020B0503020204020204" pitchFamily="34" charset="-122"/>
              </a:endParaRPr>
            </a:p>
          </p:txBody>
        </p:sp>
        <p:sp>
          <p:nvSpPr>
            <p:cNvPr id="20" name="TextBox 14"/>
            <p:cNvSpPr txBox="1"/>
            <p:nvPr/>
          </p:nvSpPr>
          <p:spPr>
            <a:xfrm>
              <a:off x="2196899" y="592332"/>
              <a:ext cx="2402728" cy="261031"/>
            </a:xfrm>
            <a:prstGeom prst="rect">
              <a:avLst/>
            </a:prstGeom>
            <a:noFill/>
            <a:ln w="9525">
              <a:noFill/>
            </a:ln>
          </p:spPr>
          <p:txBody>
            <a:bodyPr wrap="none">
              <a:spAutoFit/>
            </a:bodyPr>
            <a:lstStyle/>
            <a:p>
              <a:r>
                <a:rPr lang="en-US" altLang="zh-CN" sz="675" b="1" dirty="0">
                  <a:solidFill>
                    <a:srgbClr val="006096"/>
                  </a:solidFill>
                  <a:latin typeface="Times New Roman" panose="02020603050405020304" pitchFamily="18" charset="0"/>
                  <a:ea typeface="微软雅黑" panose="020B0503020204020204" pitchFamily="34" charset="-122"/>
                </a:rPr>
                <a:t>School of Resources and Safety Engineering</a:t>
              </a:r>
              <a:endParaRPr lang="en-US" altLang="zh-CN" sz="675" b="1" dirty="0">
                <a:solidFill>
                  <a:srgbClr val="006096"/>
                </a:solidFill>
                <a:latin typeface="Times New Roman" panose="02020603050405020304" pitchFamily="18" charset="0"/>
                <a:ea typeface="微软雅黑" panose="020B0503020204020204" pitchFamily="34" charset="-122"/>
              </a:endParaRPr>
            </a:p>
          </p:txBody>
        </p:sp>
      </p:grpSp>
      <p:cxnSp>
        <p:nvCxnSpPr>
          <p:cNvPr id="21" name="直接连接符 7"/>
          <p:cNvCxnSpPr/>
          <p:nvPr userDrawn="1"/>
        </p:nvCxnSpPr>
        <p:spPr>
          <a:xfrm>
            <a:off x="271463" y="981034"/>
            <a:ext cx="8764191" cy="0"/>
          </a:xfrm>
          <a:prstGeom prst="line">
            <a:avLst/>
          </a:prstGeom>
          <a:ln w="19050"/>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noProof="1"/>
              <a:t>单击此处编辑母版标题样式</a:t>
            </a:r>
            <a:endParaRPr lang="en-US" noProof="1"/>
          </a:p>
        </p:txBody>
      </p:sp>
      <p:sp>
        <p:nvSpPr>
          <p:cNvPr id="3" name="Content Placeholder 2"/>
          <p:cNvSpPr>
            <a:spLocks noGrp="1"/>
          </p:cNvSpPr>
          <p:nvPr>
            <p:ph idx="1"/>
          </p:nvPr>
        </p:nvSpPr>
        <p:spPr>
          <a:xfrm>
            <a:off x="3887391"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二级</a:t>
            </a:r>
            <a:endParaRPr lang="zh-CN" altLang="en-US" noProof="1"/>
          </a:p>
          <a:p>
            <a:pPr lvl="2"/>
            <a:r>
              <a:rPr lang="zh-CN" altLang="en-US" noProof="1"/>
              <a:t>三级</a:t>
            </a:r>
            <a:endParaRPr lang="zh-CN" altLang="en-US" noProof="1"/>
          </a:p>
          <a:p>
            <a:pPr lvl="3"/>
            <a:r>
              <a:rPr lang="zh-CN" altLang="en-US" noProof="1"/>
              <a:t>四级</a:t>
            </a:r>
            <a:endParaRPr lang="zh-CN" altLang="en-US" noProof="1"/>
          </a:p>
          <a:p>
            <a:pPr lvl="4"/>
            <a:r>
              <a:rPr lang="zh-CN" altLang="en-US" noProof="1"/>
              <a:t>五级</a:t>
            </a:r>
            <a:endParaRPr lang="en-US" noProof="1"/>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单击此处编辑母版文本样式</a:t>
            </a:r>
            <a:endParaRPr lang="zh-CN" altLang="en-US" noProof="1"/>
          </a:p>
        </p:txBody>
      </p:sp>
      <p:sp>
        <p:nvSpPr>
          <p:cNvPr id="5" name="日期占位符 4"/>
          <p:cNvSpPr>
            <a:spLocks noGrp="1"/>
          </p:cNvSpPr>
          <p:nvPr>
            <p:ph type="dt" sz="half" idx="10"/>
          </p:nvPr>
        </p:nvSpPr>
        <p:spPr/>
        <p:txBody>
          <a:bodyPr/>
          <a:lstStyle/>
          <a:p>
            <a:pPr marL="0" marR="0" lvl="0" indent="0" algn="l" defTabSz="457200" rtl="0" eaLnBrk="1" fontAlgn="base" latinLnBrk="0" hangingPunct="1">
              <a:lnSpc>
                <a:spcPct val="100000"/>
              </a:lnSpc>
              <a:spcBef>
                <a:spcPct val="0"/>
              </a:spcBef>
              <a:spcAft>
                <a:spcPct val="0"/>
              </a:spcAft>
              <a:buClrTx/>
              <a:buSzTx/>
              <a:buFontTx/>
              <a:buNone/>
              <a:defRPr/>
            </a:pPr>
            <a:fld id="{EDA95CB2-699B-4A96-BAFC-A317FCA91E22}" type="datetime1">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en-US" altLang="en-US" dirty="0">
                <a:latin typeface="Arial" panose="020B0604020202020204" pitchFamily="34" charset="0"/>
              </a:rPr>
            </a:fld>
            <a:endParaRPr lang="en-US" altLang="en-US" dirty="0">
              <a:latin typeface="Arial" panose="020B0604020202020204" pitchFamily="34" charset="0"/>
            </a:endParaRPr>
          </a:p>
        </p:txBody>
      </p:sp>
    </p:spTree>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noProof="1"/>
              <a:t>单击此处编辑母版标题样式</a:t>
            </a:r>
            <a:endParaRPr lang="en-US" noProof="1"/>
          </a:p>
        </p:txBody>
      </p:sp>
      <p:sp>
        <p:nvSpPr>
          <p:cNvPr id="3" name="Picture Placeholder 2"/>
          <p:cNvSpPr>
            <a:spLocks noGrp="1" noChangeAspect="1"/>
          </p:cNvSpPr>
          <p:nvPr>
            <p:ph type="pic" idx="1"/>
          </p:nvPr>
        </p:nvSpPr>
        <p:spPr>
          <a:xfrm>
            <a:off x="3887391" y="987425"/>
            <a:ext cx="4629150" cy="4873625"/>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90000"/>
              </a:lnSpc>
              <a:spcBef>
                <a:spcPts val="1000"/>
              </a:spcBef>
              <a:spcAft>
                <a:spcPct val="0"/>
              </a:spcAft>
              <a:buClrTx/>
              <a:buSzTx/>
              <a:buFont typeface="Arial" panose="020B0604020202020204" pitchFamily="34" charset="0"/>
              <a:buNone/>
              <a:defRPr/>
            </a:pPr>
            <a:r>
              <a:rPr kumimoji="0" lang="zh-CN" altLang="en-US" sz="3200" b="0" i="0" u="none" strike="noStrike" kern="1200" cap="none" spc="0" normalizeH="0" baseline="0" noProof="0">
                <a:ln>
                  <a:noFill/>
                </a:ln>
                <a:solidFill>
                  <a:schemeClr val="tx1"/>
                </a:solidFill>
                <a:effectLst/>
                <a:uLnTx/>
                <a:uFillTx/>
                <a:latin typeface="+mn-lt"/>
                <a:ea typeface="+mn-ea"/>
                <a:cs typeface="+mn-cs"/>
              </a:rPr>
              <a:t>单击图标添加图片</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单击此处编辑母版文本样式</a:t>
            </a:r>
            <a:endParaRPr lang="zh-CN" altLang="en-US" noProof="1"/>
          </a:p>
        </p:txBody>
      </p:sp>
      <p:sp>
        <p:nvSpPr>
          <p:cNvPr id="5" name="日期占位符 4"/>
          <p:cNvSpPr>
            <a:spLocks noGrp="1"/>
          </p:cNvSpPr>
          <p:nvPr>
            <p:ph type="dt" sz="half" idx="10"/>
          </p:nvPr>
        </p:nvSpPr>
        <p:spPr/>
        <p:txBody>
          <a:bodyPr/>
          <a:lstStyle/>
          <a:p>
            <a:pPr marL="0" marR="0" lvl="0" indent="0" algn="l" defTabSz="457200" rtl="0" eaLnBrk="1" fontAlgn="base" latinLnBrk="0" hangingPunct="1">
              <a:lnSpc>
                <a:spcPct val="100000"/>
              </a:lnSpc>
              <a:spcBef>
                <a:spcPct val="0"/>
              </a:spcBef>
              <a:spcAft>
                <a:spcPct val="0"/>
              </a:spcAft>
              <a:buClrTx/>
              <a:buSzTx/>
              <a:buFontTx/>
              <a:buNone/>
              <a:defRPr/>
            </a:pPr>
            <a:fld id="{EDA95CB2-699B-4A96-BAFC-A317FCA91E22}" type="datetime1">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eaLnBrk="1" hangingPunct="1">
              <a:buNone/>
            </a:pPr>
            <a:fld id="{9A0DB2DC-4C9A-4742-B13C-FB6460FD3503}" type="slidenum">
              <a:rPr lang="en-US" altLang="en-US" dirty="0">
                <a:latin typeface="Arial" panose="020B0604020202020204" pitchFamily="34" charset="0"/>
              </a:rPr>
            </a:fld>
            <a:endParaRPr lang="en-US" altLang="en-US" dirty="0">
              <a:latin typeface="Arial" panose="020B0604020202020204" pitchFamily="34" charset="0"/>
            </a:endParaRPr>
          </a:p>
        </p:txBody>
      </p:sp>
    </p:spTree>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noProof="1"/>
              <a:t>单击此处编辑母版标题样式</a:t>
            </a:r>
            <a:endParaRPr lang="en-US" noProof="1"/>
          </a:p>
        </p:txBody>
      </p:sp>
      <p:sp>
        <p:nvSpPr>
          <p:cNvPr id="3" name="Vertical Text Placeholder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二级</a:t>
            </a:r>
            <a:endParaRPr lang="zh-CN" altLang="en-US" noProof="1"/>
          </a:p>
          <a:p>
            <a:pPr lvl="2"/>
            <a:r>
              <a:rPr lang="zh-CN" altLang="en-US" noProof="1"/>
              <a:t>三级</a:t>
            </a:r>
            <a:endParaRPr lang="zh-CN" altLang="en-US" noProof="1"/>
          </a:p>
          <a:p>
            <a:pPr lvl="3"/>
            <a:r>
              <a:rPr lang="zh-CN" altLang="en-US" noProof="1"/>
              <a:t>四级</a:t>
            </a:r>
            <a:endParaRPr lang="zh-CN" altLang="en-US" noProof="1"/>
          </a:p>
          <a:p>
            <a:pPr lvl="4"/>
            <a:r>
              <a:rPr lang="zh-CN" altLang="en-US" noProof="1"/>
              <a:t>五级</a:t>
            </a:r>
            <a:endParaRPr lang="en-US" noProof="1"/>
          </a:p>
        </p:txBody>
      </p:sp>
      <p:sp>
        <p:nvSpPr>
          <p:cNvPr id="4" name="日期占位符 3"/>
          <p:cNvSpPr>
            <a:spLocks noGrp="1"/>
          </p:cNvSpPr>
          <p:nvPr>
            <p:ph type="dt" sz="half" idx="10"/>
          </p:nvPr>
        </p:nvSpPr>
        <p:spPr/>
        <p:txBody>
          <a:bodyPr/>
          <a:lstStyle/>
          <a:p>
            <a:pPr marL="0" marR="0" lvl="0" indent="0" algn="l" defTabSz="457200" rtl="0" eaLnBrk="1" fontAlgn="base" latinLnBrk="0" hangingPunct="1">
              <a:lnSpc>
                <a:spcPct val="100000"/>
              </a:lnSpc>
              <a:spcBef>
                <a:spcPct val="0"/>
              </a:spcBef>
              <a:spcAft>
                <a:spcPct val="0"/>
              </a:spcAft>
              <a:buClrTx/>
              <a:buSzTx/>
              <a:buFontTx/>
              <a:buNone/>
              <a:defRPr/>
            </a:pPr>
            <a:fld id="{EDA95CB2-699B-4A96-BAFC-A317FCA91E22}" type="datetime1">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en-US" altLang="en-US" dirty="0">
                <a:latin typeface="Arial" panose="020B0604020202020204" pitchFamily="34" charset="0"/>
              </a:rPr>
            </a:fld>
            <a:endParaRPr lang="en-US" altLang="en-US" dirty="0">
              <a:latin typeface="Arial" panose="020B0604020202020204" pitchFamily="34" charset="0"/>
            </a:endParaRPr>
          </a:p>
        </p:txBody>
      </p:sp>
    </p:spTree>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noProof="1"/>
              <a:t>单击此处编辑母版标题样式</a:t>
            </a:r>
            <a:endParaRPr lang="en-US" noProof="1"/>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noProof="1"/>
              <a:t>单击此处编辑母版文本样式</a:t>
            </a:r>
            <a:endParaRPr lang="zh-CN" altLang="en-US" noProof="1"/>
          </a:p>
          <a:p>
            <a:pPr lvl="1"/>
            <a:r>
              <a:rPr lang="zh-CN" altLang="en-US" noProof="1"/>
              <a:t>二级</a:t>
            </a:r>
            <a:endParaRPr lang="zh-CN" altLang="en-US" noProof="1"/>
          </a:p>
          <a:p>
            <a:pPr lvl="2"/>
            <a:r>
              <a:rPr lang="zh-CN" altLang="en-US" noProof="1"/>
              <a:t>三级</a:t>
            </a:r>
            <a:endParaRPr lang="zh-CN" altLang="en-US" noProof="1"/>
          </a:p>
          <a:p>
            <a:pPr lvl="3"/>
            <a:r>
              <a:rPr lang="zh-CN" altLang="en-US" noProof="1"/>
              <a:t>四级</a:t>
            </a:r>
            <a:endParaRPr lang="zh-CN" altLang="en-US" noProof="1"/>
          </a:p>
          <a:p>
            <a:pPr lvl="4"/>
            <a:r>
              <a:rPr lang="zh-CN" altLang="en-US" noProof="1"/>
              <a:t>五级</a:t>
            </a:r>
            <a:endParaRPr lang="en-US" noProof="1"/>
          </a:p>
        </p:txBody>
      </p:sp>
      <p:sp>
        <p:nvSpPr>
          <p:cNvPr id="4" name="日期占位符 3"/>
          <p:cNvSpPr>
            <a:spLocks noGrp="1"/>
          </p:cNvSpPr>
          <p:nvPr>
            <p:ph type="dt" sz="half" idx="10"/>
          </p:nvPr>
        </p:nvSpPr>
        <p:spPr/>
        <p:txBody>
          <a:bodyPr/>
          <a:lstStyle/>
          <a:p>
            <a:pPr marL="0" marR="0" lvl="0" indent="0" algn="l" defTabSz="457200" rtl="0" eaLnBrk="1" fontAlgn="base" latinLnBrk="0" hangingPunct="1">
              <a:lnSpc>
                <a:spcPct val="100000"/>
              </a:lnSpc>
              <a:spcBef>
                <a:spcPct val="0"/>
              </a:spcBef>
              <a:spcAft>
                <a:spcPct val="0"/>
              </a:spcAft>
              <a:buClrTx/>
              <a:buSzTx/>
              <a:buFontTx/>
              <a:buNone/>
              <a:defRPr/>
            </a:pPr>
            <a:fld id="{EDA95CB2-699B-4A96-BAFC-A317FCA91E22}" type="datetime1">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eaLnBrk="1" hangingPunct="1">
              <a:buNone/>
            </a:pPr>
            <a:fld id="{9A0DB2DC-4C9A-4742-B13C-FB6460FD3503}" type="slidenum">
              <a:rPr lang="en-US" altLang="en-US" dirty="0">
                <a:latin typeface="Arial" panose="020B0604020202020204" pitchFamily="34" charset="0"/>
              </a:rPr>
            </a:fld>
            <a:endParaRPr lang="en-US" altLang="en-US" dirty="0">
              <a:latin typeface="Arial" panose="020B0604020202020204" pitchFamily="34" charset="0"/>
            </a:endParaRPr>
          </a:p>
        </p:txBody>
      </p:sp>
    </p:spTree>
  </p:cSld>
  <p:clrMapOvr>
    <a:masterClrMapping/>
  </p:clrMapOvr>
  <p:transition spd="slow"/>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a:xfrm>
            <a:off x="628650" y="365125"/>
            <a:ext cx="7886700" cy="1325563"/>
          </a:xfrm>
          <a:prstGeom prst="rect">
            <a:avLst/>
          </a:prstGeom>
          <a:noFill/>
          <a:ln w="9525">
            <a:noFill/>
          </a:ln>
        </p:spPr>
        <p:txBody>
          <a:bodyPr anchor="ctr"/>
          <a:lstStyle/>
          <a:p>
            <a:pPr lvl="0"/>
            <a:r>
              <a:rPr lang="zh-CN" altLang="en-US" dirty="0"/>
              <a:t>单击此处编辑母版标题样式</a:t>
            </a:r>
            <a:endParaRPr lang="zh-CN" altLang="en-US" dirty="0"/>
          </a:p>
        </p:txBody>
      </p:sp>
      <p:sp>
        <p:nvSpPr>
          <p:cNvPr id="1027" name="Text Placeholder 2"/>
          <p:cNvSpPr>
            <a:spLocks noGrp="1"/>
          </p:cNvSpPr>
          <p:nvPr>
            <p:ph type="body"/>
          </p:nvPr>
        </p:nvSpPr>
        <p:spPr>
          <a:xfrm>
            <a:off x="628650" y="1825625"/>
            <a:ext cx="7886700" cy="4351338"/>
          </a:xfrm>
          <a:prstGeom prst="rect">
            <a:avLst/>
          </a:prstGeom>
          <a:noFill/>
          <a:ln w="9525">
            <a:noFill/>
          </a:ln>
        </p:spPr>
        <p:txBody>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eaLnBrk="1" hangingPunct="1">
              <a:defRPr sz="1200">
                <a:solidFill>
                  <a:schemeClr val="tx1">
                    <a:tint val="75000"/>
                  </a:schemeClr>
                </a:solidFill>
              </a:defRPr>
            </a:lvl1pPr>
          </a:lstStyle>
          <a:p>
            <a:pPr marL="0" marR="0" lvl="0" indent="0" algn="l" defTabSz="457200" rtl="0" eaLnBrk="1" fontAlgn="base" latinLnBrk="0" hangingPunct="1">
              <a:lnSpc>
                <a:spcPct val="100000"/>
              </a:lnSpc>
              <a:spcBef>
                <a:spcPct val="0"/>
              </a:spcBef>
              <a:spcAft>
                <a:spcPct val="0"/>
              </a:spcAft>
              <a:buClrTx/>
              <a:buSzTx/>
              <a:buFontTx/>
              <a:buNone/>
              <a:defRPr/>
            </a:pPr>
            <a:fld id="{EDA95CB2-699B-4A96-BAFC-A317FCA91E22}" type="datetime1">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eaLnBrk="1" hangingPunct="1">
              <a:defRPr sz="1200">
                <a:solidFill>
                  <a:schemeClr val="tx1">
                    <a:tint val="75000"/>
                  </a:schemeClr>
                </a:solidFill>
              </a:defRPr>
            </a:lvl1pPr>
          </a:lstStyle>
          <a:p>
            <a:pPr marL="0" marR="0" lvl="0" indent="0" algn="ctr" defTabSz="4572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lstStyle>
            <a:lvl1pPr algn="r">
              <a:defRPr sz="1200">
                <a:solidFill>
                  <a:srgbClr val="898989"/>
                </a:solidFill>
              </a:defRPr>
            </a:lvl1pPr>
          </a:lstStyle>
          <a:p>
            <a:pPr lvl="0" eaLnBrk="1" hangingPunct="1">
              <a:buNone/>
            </a:pPr>
            <a:fld id="{9A0DB2DC-4C9A-4742-B13C-FB6460FD3503}" type="slidenum">
              <a:rPr lang="en-US" altLang="en-US" dirty="0">
                <a:latin typeface="Arial" panose="020B0604020202020204" pitchFamily="34" charset="0"/>
              </a:rPr>
            </a:fld>
            <a:endParaRPr lang="en-US" alt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hf sldNum="0"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2pPr>
      <a:lvl3pPr algn="l" rtl="0" eaLnBrk="0" fontAlgn="base" hangingPunct="0">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3pPr>
      <a:lvl4pPr algn="l" rtl="0" eaLnBrk="0" fontAlgn="base" hangingPunct="0">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4pPr>
      <a:lvl5pPr algn="l" rtl="0" eaLnBrk="0" fontAlgn="base" hangingPunct="0">
        <a:lnSpc>
          <a:spcPct val="90000"/>
        </a:lnSpc>
        <a:spcBef>
          <a:spcPct val="0"/>
        </a:spcBef>
        <a:spcAft>
          <a:spcPct val="0"/>
        </a:spcAft>
        <a:defRPr sz="4400">
          <a:solidFill>
            <a:schemeClr val="tx1"/>
          </a:solidFill>
          <a:latin typeface="Arial" panose="020B0604020202020204" pitchFamily="34" charset="0"/>
          <a:ea typeface="微软雅黑" panose="020B0503020204020204" pitchFamily="34"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7.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GIF"/><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7.xml"/><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image" Target="../media/image1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image" Target="../media/image1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9" Type="http://schemas.openxmlformats.org/officeDocument/2006/relationships/notesSlide" Target="../notesSlides/notesSlide15.xml"/><Relationship Id="rId8" Type="http://schemas.openxmlformats.org/officeDocument/2006/relationships/slideLayout" Target="../slideLayouts/slideLayout6.xml"/><Relationship Id="rId7" Type="http://schemas.openxmlformats.org/officeDocument/2006/relationships/image" Target="../media/image26.png"/><Relationship Id="rId6" Type="http://schemas.openxmlformats.org/officeDocument/2006/relationships/image" Target="../media/image25.jpeg"/><Relationship Id="rId5" Type="http://schemas.openxmlformats.org/officeDocument/2006/relationships/image" Target="../media/image24.png"/><Relationship Id="rId4" Type="http://schemas.openxmlformats.org/officeDocument/2006/relationships/image" Target="../media/image23.jpeg"/><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自由: 形状 58"/>
          <p:cNvSpPr/>
          <p:nvPr/>
        </p:nvSpPr>
        <p:spPr bwMode="auto">
          <a:xfrm>
            <a:off x="0" y="5698484"/>
            <a:ext cx="9144000" cy="1121569"/>
          </a:xfrm>
          <a:custGeom>
            <a:avLst/>
            <a:gdLst>
              <a:gd name="connsiteX0" fmla="*/ 12192000 w 12192000"/>
              <a:gd name="connsiteY0" fmla="*/ 0 h 1495763"/>
              <a:gd name="connsiteX1" fmla="*/ 12192000 w 12192000"/>
              <a:gd name="connsiteY1" fmla="*/ 1377707 h 1495763"/>
              <a:gd name="connsiteX2" fmla="*/ 12192000 w 12192000"/>
              <a:gd name="connsiteY2" fmla="*/ 1495763 h 1495763"/>
              <a:gd name="connsiteX3" fmla="*/ 0 w 12192000"/>
              <a:gd name="connsiteY3" fmla="*/ 1495763 h 1495763"/>
              <a:gd name="connsiteX4" fmla="*/ 0 w 12192000"/>
              <a:gd name="connsiteY4" fmla="*/ 1418386 h 1495763"/>
              <a:gd name="connsiteX5" fmla="*/ 0 w 12192000"/>
              <a:gd name="connsiteY5" fmla="*/ 147020 h 1495763"/>
              <a:gd name="connsiteX6" fmla="*/ 5889320 w 12192000"/>
              <a:gd name="connsiteY6" fmla="*/ 1061100 h 1495763"/>
              <a:gd name="connsiteX7" fmla="*/ 12192000 w 12192000"/>
              <a:gd name="connsiteY7" fmla="*/ 0 h 14957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495763">
                <a:moveTo>
                  <a:pt x="12192000" y="0"/>
                </a:moveTo>
                <a:cubicBezTo>
                  <a:pt x="12192000" y="0"/>
                  <a:pt x="12192000" y="0"/>
                  <a:pt x="12192000" y="1377707"/>
                </a:cubicBezTo>
                <a:lnTo>
                  <a:pt x="12192000" y="1495763"/>
                </a:lnTo>
                <a:lnTo>
                  <a:pt x="0" y="1495763"/>
                </a:lnTo>
                <a:lnTo>
                  <a:pt x="0" y="1418386"/>
                </a:lnTo>
                <a:cubicBezTo>
                  <a:pt x="0" y="1078954"/>
                  <a:pt x="0" y="661190"/>
                  <a:pt x="0" y="147020"/>
                </a:cubicBezTo>
                <a:cubicBezTo>
                  <a:pt x="1794070" y="757472"/>
                  <a:pt x="3758597" y="1061100"/>
                  <a:pt x="5889320" y="1061100"/>
                </a:cubicBezTo>
                <a:cubicBezTo>
                  <a:pt x="8186240" y="1061100"/>
                  <a:pt x="10287133" y="706335"/>
                  <a:pt x="12192000" y="0"/>
                </a:cubicBezTo>
                <a:close/>
              </a:path>
            </a:pathLst>
          </a:custGeom>
          <a:solidFill>
            <a:srgbClr val="1F487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mn-lt"/>
              <a:ea typeface="+mn-ea"/>
              <a:cs typeface="+mn-ea"/>
              <a:sym typeface="+mn-lt"/>
            </a:endParaRPr>
          </a:p>
        </p:txBody>
      </p:sp>
      <p:sp>
        <p:nvSpPr>
          <p:cNvPr id="17" name="Freeform 27"/>
          <p:cNvSpPr/>
          <p:nvPr/>
        </p:nvSpPr>
        <p:spPr bwMode="auto">
          <a:xfrm>
            <a:off x="0" y="5082931"/>
            <a:ext cx="9144000" cy="1335881"/>
          </a:xfrm>
          <a:custGeom>
            <a:avLst/>
            <a:gdLst/>
            <a:ahLst/>
            <a:cxnLst>
              <a:cxn ang="0">
                <a:pos x="2861" y="225"/>
              </a:cxn>
              <a:cxn ang="0">
                <a:pos x="2861" y="0"/>
              </a:cxn>
              <a:cxn ang="0">
                <a:pos x="1415" y="516"/>
              </a:cxn>
              <a:cxn ang="0">
                <a:pos x="0" y="25"/>
              </a:cxn>
              <a:cxn ang="0">
                <a:pos x="0" y="271"/>
              </a:cxn>
              <a:cxn ang="0">
                <a:pos x="1382" y="557"/>
              </a:cxn>
              <a:cxn ang="0">
                <a:pos x="2861" y="225"/>
              </a:cxn>
            </a:cxnLst>
            <a:rect l="0" t="0" r="r" b="b"/>
            <a:pathLst>
              <a:path w="2861" h="557">
                <a:moveTo>
                  <a:pt x="2861" y="225"/>
                </a:moveTo>
                <a:cubicBezTo>
                  <a:pt x="2861" y="0"/>
                  <a:pt x="2861" y="0"/>
                  <a:pt x="2861" y="0"/>
                </a:cubicBezTo>
                <a:cubicBezTo>
                  <a:pt x="2436" y="344"/>
                  <a:pt x="1954" y="516"/>
                  <a:pt x="1415" y="516"/>
                </a:cubicBezTo>
                <a:cubicBezTo>
                  <a:pt x="889" y="516"/>
                  <a:pt x="417" y="352"/>
                  <a:pt x="0" y="25"/>
                </a:cubicBezTo>
                <a:cubicBezTo>
                  <a:pt x="0" y="271"/>
                  <a:pt x="0" y="271"/>
                  <a:pt x="0" y="271"/>
                </a:cubicBezTo>
                <a:cubicBezTo>
                  <a:pt x="421" y="462"/>
                  <a:pt x="882" y="557"/>
                  <a:pt x="1382" y="557"/>
                </a:cubicBezTo>
                <a:cubicBezTo>
                  <a:pt x="1921" y="557"/>
                  <a:pt x="2414" y="446"/>
                  <a:pt x="2861" y="225"/>
                </a:cubicBez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mn-lt"/>
              <a:ea typeface="+mn-ea"/>
              <a:cs typeface="+mn-ea"/>
              <a:sym typeface="+mn-lt"/>
            </a:endParaRPr>
          </a:p>
        </p:txBody>
      </p:sp>
      <p:sp>
        <p:nvSpPr>
          <p:cNvPr id="18" name="Freeform 28"/>
          <p:cNvSpPr/>
          <p:nvPr/>
        </p:nvSpPr>
        <p:spPr bwMode="auto">
          <a:xfrm>
            <a:off x="0" y="4794647"/>
            <a:ext cx="9144000" cy="891779"/>
          </a:xfrm>
          <a:custGeom>
            <a:avLst/>
            <a:gdLst/>
            <a:ahLst/>
            <a:cxnLst>
              <a:cxn ang="0">
                <a:pos x="2861" y="40"/>
              </a:cxn>
              <a:cxn ang="0">
                <a:pos x="2861" y="0"/>
              </a:cxn>
              <a:cxn ang="0">
                <a:pos x="1382" y="332"/>
              </a:cxn>
              <a:cxn ang="0">
                <a:pos x="0" y="46"/>
              </a:cxn>
              <a:cxn ang="0">
                <a:pos x="0" y="86"/>
              </a:cxn>
              <a:cxn ang="0">
                <a:pos x="1382" y="372"/>
              </a:cxn>
              <a:cxn ang="0">
                <a:pos x="2861" y="40"/>
              </a:cxn>
            </a:cxnLst>
            <a:rect l="0" t="0" r="r" b="b"/>
            <a:pathLst>
              <a:path w="2861" h="372">
                <a:moveTo>
                  <a:pt x="2861" y="40"/>
                </a:moveTo>
                <a:cubicBezTo>
                  <a:pt x="2861" y="0"/>
                  <a:pt x="2861" y="0"/>
                  <a:pt x="2861" y="0"/>
                </a:cubicBezTo>
                <a:cubicBezTo>
                  <a:pt x="2414" y="221"/>
                  <a:pt x="1921" y="332"/>
                  <a:pt x="1382" y="332"/>
                </a:cubicBezTo>
                <a:cubicBezTo>
                  <a:pt x="882" y="332"/>
                  <a:pt x="421" y="237"/>
                  <a:pt x="0" y="46"/>
                </a:cubicBezTo>
                <a:cubicBezTo>
                  <a:pt x="0" y="86"/>
                  <a:pt x="0" y="86"/>
                  <a:pt x="0" y="86"/>
                </a:cubicBezTo>
                <a:cubicBezTo>
                  <a:pt x="421" y="277"/>
                  <a:pt x="882" y="372"/>
                  <a:pt x="1382" y="372"/>
                </a:cubicBezTo>
                <a:cubicBezTo>
                  <a:pt x="1921" y="372"/>
                  <a:pt x="2414" y="261"/>
                  <a:pt x="2861" y="4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mn-lt"/>
              <a:ea typeface="+mn-ea"/>
              <a:cs typeface="+mn-ea"/>
              <a:sym typeface="+mn-lt"/>
            </a:endParaRPr>
          </a:p>
        </p:txBody>
      </p:sp>
      <p:sp>
        <p:nvSpPr>
          <p:cNvPr id="8" name="文本框 7"/>
          <p:cNvSpPr txBox="1"/>
          <p:nvPr/>
        </p:nvSpPr>
        <p:spPr>
          <a:xfrm>
            <a:off x="0" y="6384284"/>
            <a:ext cx="9117806" cy="523220"/>
          </a:xfrm>
          <a:prstGeom prst="rect">
            <a:avLst/>
          </a:prstGeom>
          <a:noFill/>
        </p:spPr>
        <p:txBody>
          <a:bodyPr>
            <a:spAutoFit/>
          </a:bodyPr>
          <a:lstStyle/>
          <a:p>
            <a:pPr marR="0" algn="ctr" defTabSz="457200" eaLnBrk="1" fontAlgn="auto" hangingPunct="1">
              <a:spcBef>
                <a:spcPts val="0"/>
              </a:spcBef>
              <a:spcAft>
                <a:spcPts val="0"/>
              </a:spcAft>
              <a:buClrTx/>
              <a:buSzTx/>
              <a:buFontTx/>
              <a:defRPr/>
            </a:pPr>
            <a:r>
              <a:rPr kumimoji="0" lang="zh-CN" altLang="en-US" sz="2800" b="1" kern="1200" cap="none" spc="225" normalizeH="0" baseline="0" noProof="0" dirty="0">
                <a:solidFill>
                  <a:schemeClr val="bg1"/>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cs typeface="+mn-ea"/>
                <a:sym typeface="+mn-lt"/>
              </a:rPr>
              <a:t>研究学术    造就人才    佑启乡邦    振导社会</a:t>
            </a:r>
            <a:endParaRPr kumimoji="0" lang="zh-CN" altLang="en-US" sz="2800" b="1" kern="1200" cap="none" spc="225" normalizeH="0" baseline="0" noProof="0" dirty="0">
              <a:solidFill>
                <a:schemeClr val="bg1"/>
              </a:solidFill>
              <a:effectLst>
                <a:outerShdw blurRad="38100" dist="38100" dir="2700000" algn="tl">
                  <a:srgbClr val="000000">
                    <a:alpha val="43137"/>
                  </a:srgbClr>
                </a:outerShdw>
              </a:effectLst>
              <a:latin typeface="隶书" panose="02010509060101010101" pitchFamily="49" charset="-122"/>
              <a:ea typeface="隶书" panose="02010509060101010101" pitchFamily="49" charset="-122"/>
              <a:cs typeface="+mn-ea"/>
              <a:sym typeface="+mn-lt"/>
            </a:endParaRPr>
          </a:p>
        </p:txBody>
      </p:sp>
      <p:grpSp>
        <p:nvGrpSpPr>
          <p:cNvPr id="5126" name="Group 18"/>
          <p:cNvGrpSpPr/>
          <p:nvPr/>
        </p:nvGrpSpPr>
        <p:grpSpPr>
          <a:xfrm>
            <a:off x="98425" y="157163"/>
            <a:ext cx="3376136" cy="521811"/>
            <a:chOff x="98322" y="156927"/>
            <a:chExt cx="4501305" cy="696436"/>
          </a:xfrm>
        </p:grpSpPr>
        <p:pic>
          <p:nvPicPr>
            <p:cNvPr id="5129" name="Picture 9"/>
            <p:cNvPicPr>
              <a:picLocks noChangeAspect="1"/>
            </p:cNvPicPr>
            <p:nvPr/>
          </p:nvPicPr>
          <p:blipFill>
            <a:blip r:embed="rId1"/>
            <a:stretch>
              <a:fillRect/>
            </a:stretch>
          </p:blipFill>
          <p:spPr>
            <a:xfrm>
              <a:off x="98322" y="164872"/>
              <a:ext cx="1955194" cy="619940"/>
            </a:xfrm>
            <a:prstGeom prst="rect">
              <a:avLst/>
            </a:prstGeom>
            <a:noFill/>
            <a:ln w="9525">
              <a:noFill/>
            </a:ln>
          </p:spPr>
        </p:pic>
        <p:cxnSp>
          <p:nvCxnSpPr>
            <p:cNvPr id="12" name="Straight Connector 11"/>
            <p:cNvCxnSpPr/>
            <p:nvPr/>
          </p:nvCxnSpPr>
          <p:spPr>
            <a:xfrm flipH="1">
              <a:off x="2192137" y="156927"/>
              <a:ext cx="4762" cy="627682"/>
            </a:xfrm>
            <a:prstGeom prst="line">
              <a:avLst/>
            </a:prstGeom>
            <a:ln w="19050">
              <a:solidFill>
                <a:srgbClr val="006096"/>
              </a:solidFill>
            </a:ln>
          </p:spPr>
          <p:style>
            <a:lnRef idx="1">
              <a:schemeClr val="accent1"/>
            </a:lnRef>
            <a:fillRef idx="0">
              <a:schemeClr val="accent1"/>
            </a:fillRef>
            <a:effectRef idx="0">
              <a:schemeClr val="accent1"/>
            </a:effectRef>
            <a:fontRef idx="minor">
              <a:schemeClr val="tx1"/>
            </a:fontRef>
          </p:style>
        </p:cxnSp>
        <p:sp>
          <p:nvSpPr>
            <p:cNvPr id="5131" name="TextBox 12"/>
            <p:cNvSpPr txBox="1"/>
            <p:nvPr/>
          </p:nvSpPr>
          <p:spPr>
            <a:xfrm>
              <a:off x="2266746" y="195065"/>
              <a:ext cx="1782997" cy="368664"/>
            </a:xfrm>
            <a:prstGeom prst="rect">
              <a:avLst/>
            </a:prstGeom>
            <a:noFill/>
            <a:ln w="9525">
              <a:noFill/>
            </a:ln>
          </p:spPr>
          <p:txBody>
            <a:bodyPr wrap="none">
              <a:spAutoFit/>
            </a:bodyPr>
            <a:lstStyle/>
            <a:p>
              <a:r>
                <a:rPr lang="zh-CN" altLang="en-US" sz="1800" b="1" dirty="0">
                  <a:solidFill>
                    <a:srgbClr val="006096"/>
                  </a:solidFill>
                  <a:latin typeface="Arial" panose="020B0604020202020204" pitchFamily="34" charset="0"/>
                  <a:ea typeface="微软雅黑" panose="020B0503020204020204" pitchFamily="34" charset="-122"/>
                </a:rPr>
                <a:t>资源与安全学院</a:t>
              </a:r>
              <a:endParaRPr lang="en-US" altLang="zh-CN" sz="1800" b="1" dirty="0">
                <a:solidFill>
                  <a:srgbClr val="006096"/>
                </a:solidFill>
                <a:latin typeface="Arial" panose="020B0604020202020204" pitchFamily="34" charset="0"/>
                <a:ea typeface="微软雅黑" panose="020B0503020204020204" pitchFamily="34" charset="-122"/>
              </a:endParaRPr>
            </a:p>
          </p:txBody>
        </p:sp>
        <p:sp>
          <p:nvSpPr>
            <p:cNvPr id="5132" name="TextBox 14"/>
            <p:cNvSpPr txBox="1"/>
            <p:nvPr/>
          </p:nvSpPr>
          <p:spPr>
            <a:xfrm>
              <a:off x="2196899" y="592332"/>
              <a:ext cx="2402728" cy="261031"/>
            </a:xfrm>
            <a:prstGeom prst="rect">
              <a:avLst/>
            </a:prstGeom>
            <a:noFill/>
            <a:ln w="9525">
              <a:noFill/>
            </a:ln>
          </p:spPr>
          <p:txBody>
            <a:bodyPr wrap="none">
              <a:spAutoFit/>
            </a:bodyPr>
            <a:lstStyle/>
            <a:p>
              <a:r>
                <a:rPr lang="en-US" altLang="zh-CN" sz="675" b="1" dirty="0">
                  <a:solidFill>
                    <a:srgbClr val="006096"/>
                  </a:solidFill>
                  <a:latin typeface="Times New Roman" panose="02020603050405020304" pitchFamily="18" charset="0"/>
                  <a:ea typeface="微软雅黑" panose="020B0503020204020204" pitchFamily="34" charset="-122"/>
                </a:rPr>
                <a:t>School of Resources and Safety Engineering</a:t>
              </a:r>
              <a:endParaRPr lang="en-US" altLang="zh-CN" sz="675" b="1" dirty="0">
                <a:solidFill>
                  <a:srgbClr val="006096"/>
                </a:solidFill>
                <a:latin typeface="Times New Roman" panose="02020603050405020304" pitchFamily="18" charset="0"/>
                <a:ea typeface="微软雅黑" panose="020B0503020204020204" pitchFamily="34" charset="-122"/>
              </a:endParaRPr>
            </a:p>
          </p:txBody>
        </p:sp>
      </p:grpSp>
      <p:sp>
        <p:nvSpPr>
          <p:cNvPr id="5127" name="矩形 14"/>
          <p:cNvSpPr/>
          <p:nvPr/>
        </p:nvSpPr>
        <p:spPr>
          <a:xfrm>
            <a:off x="13097" y="1618521"/>
            <a:ext cx="9117806" cy="2538095"/>
          </a:xfrm>
          <a:prstGeom prst="rect">
            <a:avLst/>
          </a:prstGeom>
          <a:noFill/>
          <a:ln w="9525">
            <a:noFill/>
          </a:ln>
        </p:spPr>
        <p:txBody>
          <a:bodyPr wrap="square">
            <a:spAutoFit/>
          </a:bodyPr>
          <a:lstStyle/>
          <a:p>
            <a:pPr algn="ctr" eaLnBrk="1" hangingPunct="1"/>
            <a:r>
              <a:rPr lang="zh-CN" altLang="en-US" sz="4500" b="1" dirty="0">
                <a:solidFill>
                  <a:srgbClr val="006096"/>
                </a:solidFill>
                <a:latin typeface="+mn-ea"/>
                <a:ea typeface="+mn-ea"/>
                <a:sym typeface="+mn-lt"/>
              </a:rPr>
              <a:t>大学生科研训练计划简介</a:t>
            </a:r>
            <a:endParaRPr lang="en-US" altLang="zh-CN" sz="4500" b="1" dirty="0">
              <a:solidFill>
                <a:srgbClr val="006096"/>
              </a:solidFill>
              <a:latin typeface="+mn-ea"/>
              <a:ea typeface="+mn-ea"/>
              <a:sym typeface="+mn-lt"/>
            </a:endParaRPr>
          </a:p>
          <a:p>
            <a:pPr algn="ctr" eaLnBrk="1" hangingPunct="1"/>
            <a:r>
              <a:rPr lang="en-US" altLang="zh-CN" sz="4500" b="1" dirty="0">
                <a:solidFill>
                  <a:srgbClr val="FF0000"/>
                </a:solidFill>
                <a:latin typeface="+mn-ea"/>
                <a:ea typeface="+mn-ea"/>
                <a:sym typeface="+mn-lt"/>
              </a:rPr>
              <a:t>S</a:t>
            </a:r>
            <a:r>
              <a:rPr lang="en-US" altLang="zh-CN" sz="4500" b="1" dirty="0">
                <a:solidFill>
                  <a:srgbClr val="006096"/>
                </a:solidFill>
                <a:latin typeface="+mn-ea"/>
                <a:ea typeface="+mn-ea"/>
                <a:sym typeface="+mn-lt"/>
              </a:rPr>
              <a:t>tudent </a:t>
            </a:r>
            <a:r>
              <a:rPr lang="en-US" altLang="zh-CN" sz="4500" b="1" dirty="0">
                <a:solidFill>
                  <a:srgbClr val="FF0000"/>
                </a:solidFill>
                <a:latin typeface="+mn-ea"/>
                <a:ea typeface="+mn-ea"/>
                <a:sym typeface="+mn-lt"/>
              </a:rPr>
              <a:t>R</a:t>
            </a:r>
            <a:r>
              <a:rPr lang="en-US" altLang="zh-CN" sz="4500" b="1" dirty="0">
                <a:solidFill>
                  <a:srgbClr val="006096"/>
                </a:solidFill>
                <a:latin typeface="+mn-ea"/>
                <a:ea typeface="+mn-ea"/>
                <a:sym typeface="+mn-lt"/>
              </a:rPr>
              <a:t>esearch </a:t>
            </a:r>
            <a:r>
              <a:rPr lang="en-US" altLang="zh-CN" sz="4500" b="1" dirty="0">
                <a:solidFill>
                  <a:srgbClr val="FF0000"/>
                </a:solidFill>
                <a:latin typeface="+mn-ea"/>
                <a:ea typeface="+mn-ea"/>
                <a:sym typeface="+mn-lt"/>
              </a:rPr>
              <a:t>T</a:t>
            </a:r>
            <a:r>
              <a:rPr lang="en-US" altLang="zh-CN" sz="4500" b="1" dirty="0">
                <a:solidFill>
                  <a:srgbClr val="006096"/>
                </a:solidFill>
                <a:latin typeface="+mn-ea"/>
                <a:ea typeface="+mn-ea"/>
                <a:sym typeface="+mn-lt"/>
              </a:rPr>
              <a:t>raining </a:t>
            </a:r>
            <a:r>
              <a:rPr lang="en-US" altLang="zh-CN" sz="4500" b="1" dirty="0">
                <a:solidFill>
                  <a:srgbClr val="FF0000"/>
                </a:solidFill>
                <a:latin typeface="+mn-ea"/>
                <a:ea typeface="+mn-ea"/>
                <a:sym typeface="+mn-lt"/>
              </a:rPr>
              <a:t>P</a:t>
            </a:r>
            <a:r>
              <a:rPr lang="en-US" altLang="zh-CN" sz="4500" b="1" dirty="0">
                <a:solidFill>
                  <a:srgbClr val="006096"/>
                </a:solidFill>
                <a:latin typeface="+mn-ea"/>
                <a:ea typeface="+mn-ea"/>
                <a:sym typeface="+mn-lt"/>
              </a:rPr>
              <a:t>rogram</a:t>
            </a:r>
            <a:r>
              <a:rPr lang="zh-CN" altLang="en-US" sz="4500" b="1" dirty="0">
                <a:solidFill>
                  <a:srgbClr val="006096"/>
                </a:solidFill>
                <a:latin typeface="+mn-ea"/>
                <a:ea typeface="+mn-ea"/>
                <a:sym typeface="+mn-lt"/>
              </a:rPr>
              <a:t>（</a:t>
            </a:r>
            <a:r>
              <a:rPr lang="en-US" altLang="zh-CN" sz="4500" b="1" dirty="0">
                <a:solidFill>
                  <a:srgbClr val="006096"/>
                </a:solidFill>
                <a:latin typeface="+mn-ea"/>
                <a:ea typeface="+mn-ea"/>
                <a:sym typeface="+mn-lt"/>
              </a:rPr>
              <a:t>SRTP</a:t>
            </a:r>
            <a:r>
              <a:rPr lang="zh-CN" altLang="en-US" sz="4500" b="1" dirty="0">
                <a:solidFill>
                  <a:srgbClr val="006096"/>
                </a:solidFill>
                <a:latin typeface="+mn-ea"/>
                <a:ea typeface="+mn-ea"/>
                <a:sym typeface="+mn-lt"/>
              </a:rPr>
              <a:t>）</a:t>
            </a:r>
            <a:endParaRPr lang="en-US" altLang="zh-CN" sz="4500" b="1" dirty="0">
              <a:solidFill>
                <a:srgbClr val="006096"/>
              </a:solidFill>
              <a:latin typeface="+mn-ea"/>
              <a:ea typeface="+mn-ea"/>
              <a:sym typeface="+mn-lt"/>
            </a:endParaRPr>
          </a:p>
          <a:p>
            <a:pPr algn="ctr" eaLnBrk="1" hangingPunct="1"/>
            <a:endParaRPr lang="zh-CN" altLang="en-US" sz="2400" dirty="0">
              <a:solidFill>
                <a:srgbClr val="006096"/>
              </a:solidFill>
              <a:latin typeface="+mn-ea"/>
              <a:ea typeface="+mn-ea"/>
              <a:sym typeface="+mn-lt"/>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Box 3"/>
          <p:cNvSpPr>
            <a:spLocks noChangeArrowheads="1"/>
          </p:cNvSpPr>
          <p:nvPr/>
        </p:nvSpPr>
        <p:spPr bwMode="auto">
          <a:xfrm>
            <a:off x="293677" y="1053033"/>
            <a:ext cx="8712200" cy="521706"/>
          </a:xfrm>
          <a:prstGeom prst="roundRect">
            <a:avLst>
              <a:gd name="adj" fmla="val 3278"/>
            </a:avLst>
          </a:prstGeom>
          <a:noFill/>
          <a:ln w="9525">
            <a:noFill/>
            <a:round/>
          </a:ln>
          <a:extLst>
            <a:ext uri="{909E8E84-426E-40DD-AFC4-6F175D3DCCD1}">
              <a14:hiddenFill xmlns:a14="http://schemas.microsoft.com/office/drawing/2010/main">
                <a:solidFill>
                  <a:srgbClr val="FFFFFF"/>
                </a:solidFill>
              </a14:hiddenFill>
            </a:ext>
          </a:extLst>
        </p:spPr>
        <p:txBody>
          <a:bodyPr>
            <a:spAutoFit/>
          </a:bodyPr>
          <a:lstStyle>
            <a:lvl1pPr marL="342900" indent="-342900">
              <a:defRPr b="1">
                <a:solidFill>
                  <a:schemeClr val="tx1"/>
                </a:solidFill>
                <a:latin typeface="Calibri" panose="020F0502020204030204" pitchFamily="34" charset="0"/>
                <a:ea typeface="宋体" panose="02010600030101010101" pitchFamily="2" charset="-122"/>
              </a:defRPr>
            </a:lvl1pPr>
            <a:lvl2pPr marL="742950" indent="-285750">
              <a:defRPr b="1">
                <a:solidFill>
                  <a:schemeClr val="tx1"/>
                </a:solidFill>
                <a:latin typeface="Calibri" panose="020F0502020204030204" pitchFamily="34" charset="0"/>
                <a:ea typeface="宋体" panose="02010600030101010101" pitchFamily="2" charset="-122"/>
              </a:defRPr>
            </a:lvl2pPr>
            <a:lvl3pPr marL="1143000" indent="-228600">
              <a:defRPr b="1">
                <a:solidFill>
                  <a:schemeClr val="tx1"/>
                </a:solidFill>
                <a:latin typeface="Calibri" panose="020F0502020204030204" pitchFamily="34" charset="0"/>
                <a:ea typeface="宋体" panose="02010600030101010101" pitchFamily="2" charset="-122"/>
              </a:defRPr>
            </a:lvl3pPr>
            <a:lvl4pPr marL="1600200" indent="-228600">
              <a:defRPr b="1">
                <a:solidFill>
                  <a:schemeClr val="tx1"/>
                </a:solidFill>
                <a:latin typeface="Calibri" panose="020F0502020204030204" pitchFamily="34" charset="0"/>
                <a:ea typeface="宋体" panose="02010600030101010101" pitchFamily="2" charset="-122"/>
              </a:defRPr>
            </a:lvl4pPr>
            <a:lvl5pPr marL="2057400" indent="-228600">
              <a:defRPr b="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Calibri" panose="020F0502020204030204" pitchFamily="34" charset="0"/>
                <a:ea typeface="宋体" panose="02010600030101010101" pitchFamily="2" charset="-122"/>
              </a:defRPr>
            </a:lvl9pPr>
          </a:lstStyle>
          <a:p>
            <a:pPr defTabSz="914400" eaLnBrk="1" hangingPunct="1">
              <a:lnSpc>
                <a:spcPct val="125000"/>
              </a:lnSpc>
              <a:spcBef>
                <a:spcPts val="1200"/>
              </a:spcBef>
              <a:buClr>
                <a:srgbClr val="0070C0"/>
              </a:buClr>
              <a:buFont typeface="Wingdings" panose="05000000000000000000" pitchFamily="2" charset="2"/>
              <a:buChar char="q"/>
            </a:pPr>
            <a:r>
              <a:rPr lang="zh-CN" altLang="en-US" sz="2400" dirty="0">
                <a:latin typeface="微软雅黑" panose="020B0503020204020204" pitchFamily="34" charset="-122"/>
                <a:ea typeface="微软雅黑" panose="020B0503020204020204" pitchFamily="34" charset="-122"/>
              </a:rPr>
              <a:t>什么是</a:t>
            </a:r>
            <a:r>
              <a:rPr lang="en-US" altLang="zh-CN" sz="2400" dirty="0">
                <a:latin typeface="微软雅黑" panose="020B0503020204020204" pitchFamily="34" charset="-122"/>
                <a:ea typeface="微软雅黑" panose="020B0503020204020204" pitchFamily="34" charset="-122"/>
              </a:rPr>
              <a:t>SRTP</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p:txBody>
      </p:sp>
      <p:sp>
        <p:nvSpPr>
          <p:cNvPr id="72" name="文本框 6"/>
          <p:cNvSpPr txBox="1"/>
          <p:nvPr/>
        </p:nvSpPr>
        <p:spPr>
          <a:xfrm>
            <a:off x="293677" y="261044"/>
            <a:ext cx="1830357" cy="584775"/>
          </a:xfrm>
          <a:prstGeom prst="rect">
            <a:avLst/>
          </a:prstGeom>
          <a:solidFill>
            <a:srgbClr val="075C8E"/>
          </a:solidFill>
          <a:ln w="9525">
            <a:noFill/>
          </a:ln>
        </p:spPr>
        <p:txBody>
          <a:bodyPr wrap="square" anchor="ctr">
            <a:spAutoFit/>
          </a:bodyPr>
          <a:lstStyle/>
          <a:p>
            <a:pPr>
              <a:spcBef>
                <a:spcPts val="600"/>
              </a:spcBef>
              <a:spcAft>
                <a:spcPts val="600"/>
              </a:spcAft>
            </a:pPr>
            <a:r>
              <a:rPr lang="en-US" altLang="zh-CN" sz="3200" b="1" dirty="0">
                <a:solidFill>
                  <a:schemeClr val="bg1"/>
                </a:solidFill>
                <a:latin typeface="黑体" panose="02010609060101010101" pitchFamily="49" charset="-122"/>
                <a:ea typeface="黑体" panose="02010609060101010101" pitchFamily="49" charset="-122"/>
              </a:rPr>
              <a:t>SRTP</a:t>
            </a:r>
            <a:r>
              <a:rPr lang="zh-CN" altLang="en-US" sz="3200" b="1" dirty="0">
                <a:solidFill>
                  <a:schemeClr val="bg1"/>
                </a:solidFill>
                <a:latin typeface="黑体" panose="02010609060101010101" pitchFamily="49" charset="-122"/>
                <a:ea typeface="黑体" panose="02010609060101010101" pitchFamily="49" charset="-122"/>
              </a:rPr>
              <a:t>内涵</a:t>
            </a:r>
            <a:endParaRPr lang="zh-CN" altLang="en-US" sz="3200" b="1" dirty="0">
              <a:solidFill>
                <a:schemeClr val="bg1"/>
              </a:solidFill>
              <a:latin typeface="黑体" panose="02010609060101010101" pitchFamily="49" charset="-122"/>
              <a:ea typeface="黑体" panose="02010609060101010101" pitchFamily="49" charset="-122"/>
            </a:endParaRPr>
          </a:p>
        </p:txBody>
      </p:sp>
      <p:sp>
        <p:nvSpPr>
          <p:cNvPr id="3" name="Rectangle 1"/>
          <p:cNvSpPr/>
          <p:nvPr/>
        </p:nvSpPr>
        <p:spPr>
          <a:xfrm>
            <a:off x="416817" y="1629025"/>
            <a:ext cx="5399925" cy="4439485"/>
          </a:xfrm>
          <a:prstGeom prst="rect">
            <a:avLst/>
          </a:prstGeom>
        </p:spPr>
        <p:txBody>
          <a:bodyPr wrap="square">
            <a:spAutoFit/>
          </a:bodyPr>
          <a:lstStyle/>
          <a:p>
            <a:pPr marL="467995" indent="-342900" algn="just" defTabSz="914400">
              <a:lnSpc>
                <a:spcPct val="125000"/>
              </a:lnSpc>
              <a:spcBef>
                <a:spcPts val="600"/>
              </a:spcBef>
              <a:buClr>
                <a:srgbClr val="0033CC"/>
              </a:buClr>
              <a:buFont typeface="Wingdings" panose="05000000000000000000" pitchFamily="2" charset="2"/>
              <a:buChar char="Ø"/>
            </a:pPr>
            <a:r>
              <a:rPr lang="zh-CN" altLang="en-US" sz="2200" dirty="0">
                <a:solidFill>
                  <a:srgbClr val="FF0000"/>
                </a:solidFill>
                <a:latin typeface="微软雅黑" panose="020B0503020204020204" pitchFamily="34" charset="-122"/>
                <a:ea typeface="微软雅黑" panose="020B0503020204020204" pitchFamily="34" charset="-122"/>
                <a:sym typeface="+mn-ea"/>
              </a:rPr>
              <a:t>大学生科研训练计划</a:t>
            </a:r>
            <a:r>
              <a:rPr lang="zh-CN" altLang="en-US" sz="2200" dirty="0">
                <a:solidFill>
                  <a:prstClr val="black"/>
                </a:solidFill>
                <a:latin typeface="微软雅黑" panose="020B0503020204020204" pitchFamily="34" charset="-122"/>
                <a:ea typeface="微软雅黑" panose="020B0503020204020204" pitchFamily="34" charset="-122"/>
                <a:sym typeface="+mn-ea"/>
              </a:rPr>
              <a:t>（</a:t>
            </a:r>
            <a:r>
              <a:rPr lang="en-US" altLang="zh-CN" sz="2200" dirty="0">
                <a:solidFill>
                  <a:prstClr val="black"/>
                </a:solidFill>
                <a:latin typeface="微软雅黑" panose="020B0503020204020204" pitchFamily="34" charset="-122"/>
                <a:ea typeface="微软雅黑" panose="020B0503020204020204" pitchFamily="34" charset="-122"/>
                <a:sym typeface="+mn-ea"/>
              </a:rPr>
              <a:t>SRTP</a:t>
            </a:r>
            <a:r>
              <a:rPr lang="zh-CN" altLang="en-US" sz="2200" dirty="0">
                <a:solidFill>
                  <a:prstClr val="black"/>
                </a:solidFill>
                <a:latin typeface="微软雅黑" panose="020B0503020204020204" pitchFamily="34" charset="-122"/>
                <a:ea typeface="微软雅黑" panose="020B0503020204020204" pitchFamily="34" charset="-122"/>
                <a:sym typeface="+mn-ea"/>
              </a:rPr>
              <a:t>）是为在校本科生设计的一种</a:t>
            </a:r>
            <a:r>
              <a:rPr lang="zh-CN" altLang="en-US" sz="2200" dirty="0">
                <a:solidFill>
                  <a:srgbClr val="FF0000"/>
                </a:solidFill>
                <a:latin typeface="微软雅黑" panose="020B0503020204020204" pitchFamily="34" charset="-122"/>
                <a:ea typeface="微软雅黑" panose="020B0503020204020204" pitchFamily="34" charset="-122"/>
                <a:sym typeface="+mn-ea"/>
              </a:rPr>
              <a:t>科研项目资助计划</a:t>
            </a:r>
            <a:endParaRPr lang="en-US" altLang="zh-CN" sz="2200" dirty="0">
              <a:solidFill>
                <a:srgbClr val="FF0000"/>
              </a:solidFill>
              <a:latin typeface="微软雅黑" panose="020B0503020204020204" pitchFamily="34" charset="-122"/>
              <a:ea typeface="微软雅黑" panose="020B0503020204020204" pitchFamily="34" charset="-122"/>
              <a:sym typeface="+mn-ea"/>
            </a:endParaRPr>
          </a:p>
          <a:p>
            <a:pPr marL="467995" indent="-342900" algn="just" defTabSz="914400">
              <a:lnSpc>
                <a:spcPct val="125000"/>
              </a:lnSpc>
              <a:spcBef>
                <a:spcPts val="600"/>
              </a:spcBef>
              <a:buClr>
                <a:srgbClr val="0033CC"/>
              </a:buClr>
              <a:buFont typeface="Wingdings" panose="05000000000000000000" pitchFamily="2" charset="2"/>
              <a:buChar char="Ø"/>
            </a:pPr>
            <a:r>
              <a:rPr lang="en-US" altLang="zh-CN" sz="2200" dirty="0">
                <a:solidFill>
                  <a:prstClr val="black"/>
                </a:solidFill>
                <a:latin typeface="微软雅黑" panose="020B0503020204020204" pitchFamily="34" charset="-122"/>
                <a:ea typeface="微软雅黑" panose="020B0503020204020204" pitchFamily="34" charset="-122"/>
                <a:sym typeface="+mn-ea"/>
              </a:rPr>
              <a:t>SRTP</a:t>
            </a:r>
            <a:r>
              <a:rPr lang="zh-CN" altLang="en-US" sz="2200" dirty="0">
                <a:solidFill>
                  <a:prstClr val="black"/>
                </a:solidFill>
                <a:latin typeface="微软雅黑" panose="020B0503020204020204" pitchFamily="34" charset="-122"/>
                <a:ea typeface="微软雅黑" panose="020B0503020204020204" pitchFamily="34" charset="-122"/>
                <a:sym typeface="+mn-ea"/>
              </a:rPr>
              <a:t>采取</a:t>
            </a:r>
            <a:r>
              <a:rPr lang="zh-CN" altLang="en-US" sz="2200" dirty="0">
                <a:solidFill>
                  <a:srgbClr val="FF0000"/>
                </a:solidFill>
                <a:latin typeface="微软雅黑" panose="020B0503020204020204" pitchFamily="34" charset="-122"/>
                <a:ea typeface="微软雅黑" panose="020B0503020204020204" pitchFamily="34" charset="-122"/>
                <a:sym typeface="+mn-ea"/>
              </a:rPr>
              <a:t>项目化的运作模式</a:t>
            </a:r>
            <a:r>
              <a:rPr lang="zh-CN" altLang="en-US" sz="2200" dirty="0">
                <a:solidFill>
                  <a:prstClr val="black"/>
                </a:solidFill>
                <a:latin typeface="微软雅黑" panose="020B0503020204020204" pitchFamily="34" charset="-122"/>
                <a:ea typeface="微软雅黑" panose="020B0503020204020204" pitchFamily="34" charset="-122"/>
                <a:sym typeface="+mn-ea"/>
              </a:rPr>
              <a:t>，通过设立</a:t>
            </a:r>
            <a:r>
              <a:rPr lang="zh-CN" altLang="en-US" sz="2200" dirty="0">
                <a:solidFill>
                  <a:srgbClr val="FF0000"/>
                </a:solidFill>
                <a:latin typeface="微软雅黑" panose="020B0503020204020204" pitchFamily="34" charset="-122"/>
                <a:ea typeface="微软雅黑" panose="020B0503020204020204" pitchFamily="34" charset="-122"/>
                <a:sym typeface="+mn-ea"/>
              </a:rPr>
              <a:t>创新基金</a:t>
            </a:r>
            <a:r>
              <a:rPr lang="zh-CN" altLang="en-US" sz="2200" dirty="0">
                <a:solidFill>
                  <a:prstClr val="black"/>
                </a:solidFill>
                <a:latin typeface="微软雅黑" panose="020B0503020204020204" pitchFamily="34" charset="-122"/>
                <a:ea typeface="微软雅黑" panose="020B0503020204020204" pitchFamily="34" charset="-122"/>
                <a:sym typeface="+mn-ea"/>
              </a:rPr>
              <a:t>和</a:t>
            </a:r>
            <a:r>
              <a:rPr lang="zh-CN" altLang="en-US" sz="2200" dirty="0">
                <a:solidFill>
                  <a:srgbClr val="FF0000"/>
                </a:solidFill>
                <a:latin typeface="微软雅黑" panose="020B0503020204020204" pitchFamily="34" charset="-122"/>
                <a:ea typeface="微软雅黑" panose="020B0503020204020204" pitchFamily="34" charset="-122"/>
                <a:sym typeface="+mn-ea"/>
              </a:rPr>
              <a:t>本科生自主申报</a:t>
            </a:r>
            <a:r>
              <a:rPr lang="zh-CN" altLang="en-US" sz="2200" dirty="0">
                <a:solidFill>
                  <a:prstClr val="black"/>
                </a:solidFill>
                <a:latin typeface="微软雅黑" panose="020B0503020204020204" pitchFamily="34" charset="-122"/>
                <a:ea typeface="微软雅黑" panose="020B0503020204020204" pitchFamily="34" charset="-122"/>
                <a:sym typeface="+mn-ea"/>
              </a:rPr>
              <a:t>的方式确定立项并</a:t>
            </a:r>
            <a:r>
              <a:rPr lang="zh-CN" altLang="en-US" sz="2200" dirty="0">
                <a:solidFill>
                  <a:srgbClr val="FF0000"/>
                </a:solidFill>
                <a:latin typeface="微软雅黑" panose="020B0503020204020204" pitchFamily="34" charset="-122"/>
                <a:ea typeface="微软雅黑" panose="020B0503020204020204" pitchFamily="34" charset="-122"/>
                <a:sym typeface="+mn-ea"/>
              </a:rPr>
              <a:t>给予资金支持</a:t>
            </a:r>
            <a:r>
              <a:rPr lang="zh-CN" altLang="en-US" sz="2200" dirty="0">
                <a:solidFill>
                  <a:prstClr val="black"/>
                </a:solidFill>
                <a:latin typeface="微软雅黑" panose="020B0503020204020204" pitchFamily="34" charset="-122"/>
                <a:ea typeface="微软雅黑" panose="020B0503020204020204" pitchFamily="34" charset="-122"/>
                <a:sym typeface="+mn-ea"/>
              </a:rPr>
              <a:t>，鼓励学生</a:t>
            </a:r>
            <a:r>
              <a:rPr lang="zh-CN" altLang="en-US" sz="2200" dirty="0">
                <a:solidFill>
                  <a:srgbClr val="FF0000"/>
                </a:solidFill>
                <a:latin typeface="微软雅黑" panose="020B0503020204020204" pitchFamily="34" charset="-122"/>
                <a:ea typeface="微软雅黑" panose="020B0503020204020204" pitchFamily="34" charset="-122"/>
                <a:sym typeface="+mn-ea"/>
              </a:rPr>
              <a:t>在导师指导下独立完成项目研究</a:t>
            </a:r>
            <a:r>
              <a:rPr lang="zh-CN" altLang="en-US" sz="2200" dirty="0">
                <a:solidFill>
                  <a:prstClr val="black"/>
                </a:solidFill>
                <a:latin typeface="微软雅黑" panose="020B0503020204020204" pitchFamily="34" charset="-122"/>
                <a:ea typeface="微软雅黑" panose="020B0503020204020204" pitchFamily="34" charset="-122"/>
                <a:sym typeface="+mn-ea"/>
              </a:rPr>
              <a:t>。</a:t>
            </a:r>
            <a:endParaRPr lang="en-US" altLang="zh-CN" sz="2200" dirty="0">
              <a:solidFill>
                <a:prstClr val="black"/>
              </a:solidFill>
              <a:latin typeface="微软雅黑" panose="020B0503020204020204" pitchFamily="34" charset="-122"/>
              <a:ea typeface="微软雅黑" panose="020B0503020204020204" pitchFamily="34" charset="-122"/>
              <a:sym typeface="+mn-ea"/>
            </a:endParaRPr>
          </a:p>
          <a:p>
            <a:pPr marL="467995" indent="-342900" algn="just" defTabSz="914400">
              <a:lnSpc>
                <a:spcPct val="125000"/>
              </a:lnSpc>
              <a:spcBef>
                <a:spcPts val="600"/>
              </a:spcBef>
              <a:buClr>
                <a:srgbClr val="0033CC"/>
              </a:buClr>
              <a:buFont typeface="Wingdings" panose="05000000000000000000" pitchFamily="2" charset="2"/>
              <a:buChar char="Ø"/>
            </a:pPr>
            <a:r>
              <a:rPr lang="en-US" altLang="zh-CN" sz="2200" dirty="0">
                <a:solidFill>
                  <a:prstClr val="black"/>
                </a:solidFill>
                <a:latin typeface="微软雅黑" panose="020B0503020204020204" pitchFamily="34" charset="-122"/>
                <a:ea typeface="微软雅黑" panose="020B0503020204020204" pitchFamily="34" charset="-122"/>
                <a:sym typeface="+mn-ea"/>
              </a:rPr>
              <a:t>SRTP</a:t>
            </a:r>
            <a:r>
              <a:rPr lang="zh-CN" altLang="en-US" sz="2200" dirty="0">
                <a:solidFill>
                  <a:prstClr val="black"/>
                </a:solidFill>
                <a:latin typeface="微软雅黑" panose="020B0503020204020204" pitchFamily="34" charset="-122"/>
                <a:ea typeface="微软雅黑" panose="020B0503020204020204" pitchFamily="34" charset="-122"/>
                <a:sym typeface="+mn-ea"/>
              </a:rPr>
              <a:t>的核心是支持本科生开展科研训练，学生参与</a:t>
            </a:r>
            <a:r>
              <a:rPr lang="en-US" altLang="zh-CN" sz="2200" dirty="0">
                <a:solidFill>
                  <a:prstClr val="black"/>
                </a:solidFill>
                <a:latin typeface="微软雅黑" panose="020B0503020204020204" pitchFamily="34" charset="-122"/>
                <a:ea typeface="微软雅黑" panose="020B0503020204020204" pitchFamily="34" charset="-122"/>
                <a:sym typeface="+mn-ea"/>
              </a:rPr>
              <a:t>SRTP</a:t>
            </a:r>
            <a:r>
              <a:rPr lang="zh-CN" altLang="en-US" sz="2200" dirty="0">
                <a:solidFill>
                  <a:prstClr val="black"/>
                </a:solidFill>
                <a:latin typeface="微软雅黑" panose="020B0503020204020204" pitchFamily="34" charset="-122"/>
                <a:ea typeface="微软雅黑" panose="020B0503020204020204" pitchFamily="34" charset="-122"/>
                <a:sym typeface="+mn-ea"/>
              </a:rPr>
              <a:t>的过程本质上是在进行</a:t>
            </a:r>
            <a:r>
              <a:rPr lang="zh-CN" altLang="en-US" sz="2200" dirty="0">
                <a:solidFill>
                  <a:srgbClr val="FF0000"/>
                </a:solidFill>
                <a:latin typeface="微软雅黑" panose="020B0503020204020204" pitchFamily="34" charset="-122"/>
                <a:ea typeface="微软雅黑" panose="020B0503020204020204" pitchFamily="34" charset="-122"/>
                <a:sym typeface="+mn-ea"/>
              </a:rPr>
              <a:t>研究性学习</a:t>
            </a:r>
            <a:r>
              <a:rPr lang="zh-CN" altLang="en-US" sz="2200" dirty="0">
                <a:solidFill>
                  <a:prstClr val="black"/>
                </a:solidFill>
                <a:latin typeface="微软雅黑" panose="020B0503020204020204" pitchFamily="34" charset="-122"/>
                <a:ea typeface="微软雅黑" panose="020B0503020204020204" pitchFamily="34" charset="-122"/>
                <a:sym typeface="+mn-ea"/>
              </a:rPr>
              <a:t>。</a:t>
            </a:r>
            <a:endParaRPr lang="zh-CN" altLang="en-US" sz="2200" dirty="0">
              <a:latin typeface="微软雅黑" panose="020B0503020204020204" pitchFamily="34" charset="-122"/>
              <a:ea typeface="微软雅黑" panose="020B0503020204020204" pitchFamily="34" charset="-122"/>
              <a:sym typeface="+mn-ea"/>
            </a:endParaRPr>
          </a:p>
        </p:txBody>
      </p:sp>
      <p:grpSp>
        <p:nvGrpSpPr>
          <p:cNvPr id="8" name="组合 7"/>
          <p:cNvGrpSpPr/>
          <p:nvPr/>
        </p:nvGrpSpPr>
        <p:grpSpPr>
          <a:xfrm>
            <a:off x="6139438" y="2205017"/>
            <a:ext cx="2984980" cy="3515398"/>
            <a:chOff x="6078394" y="1979857"/>
            <a:chExt cx="2984980" cy="3515398"/>
          </a:xfrm>
        </p:grpSpPr>
        <p:pic>
          <p:nvPicPr>
            <p:cNvPr id="2" name="图片 1"/>
            <p:cNvPicPr>
              <a:picLocks noChangeAspect="1"/>
            </p:cNvPicPr>
            <p:nvPr/>
          </p:nvPicPr>
          <p:blipFill rotWithShape="1">
            <a:blip r:embed="rId1"/>
            <a:srcRect t="1550"/>
            <a:stretch>
              <a:fillRect/>
            </a:stretch>
          </p:blipFill>
          <p:spPr>
            <a:xfrm>
              <a:off x="6078394" y="1979857"/>
              <a:ext cx="2739033" cy="3515398"/>
            </a:xfrm>
            <a:prstGeom prst="rect">
              <a:avLst/>
            </a:prstGeom>
          </p:spPr>
        </p:pic>
        <p:sp>
          <p:nvSpPr>
            <p:cNvPr id="5" name="文本框 4"/>
            <p:cNvSpPr txBox="1"/>
            <p:nvPr/>
          </p:nvSpPr>
          <p:spPr>
            <a:xfrm>
              <a:off x="6143556" y="2133018"/>
              <a:ext cx="1275917" cy="646331"/>
            </a:xfrm>
            <a:prstGeom prst="rect">
              <a:avLst/>
            </a:prstGeom>
            <a:noFill/>
          </p:spPr>
          <p:txBody>
            <a:bodyPr wrap="square">
              <a:spAutoFit/>
            </a:bodyPr>
            <a:lstStyle/>
            <a:p>
              <a:r>
                <a:rPr kumimoji="0" lang="zh-CN" altLang="en-US" sz="36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科研</a:t>
              </a:r>
              <a:endParaRPr lang="zh-CN" altLang="en-US" sz="3600" dirty="0">
                <a:solidFill>
                  <a:schemeClr val="bg1"/>
                </a:solidFill>
              </a:endParaRPr>
            </a:p>
          </p:txBody>
        </p:sp>
        <p:sp>
          <p:nvSpPr>
            <p:cNvPr id="7" name="文本框 6"/>
            <p:cNvSpPr txBox="1"/>
            <p:nvPr/>
          </p:nvSpPr>
          <p:spPr>
            <a:xfrm>
              <a:off x="7787457" y="3411549"/>
              <a:ext cx="1275917" cy="646331"/>
            </a:xfrm>
            <a:prstGeom prst="rect">
              <a:avLst/>
            </a:prstGeom>
            <a:noFill/>
          </p:spPr>
          <p:txBody>
            <a:bodyPr wrap="square">
              <a:spAutoFit/>
            </a:bodyPr>
            <a:lstStyle/>
            <a:p>
              <a:r>
                <a:rPr kumimoji="0" lang="zh-CN" altLang="en-US" sz="3600" b="0"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rPr>
                <a:t>项目</a:t>
              </a:r>
              <a:endParaRPr lang="zh-CN" altLang="en-US" sz="3600" dirty="0">
                <a:solidFill>
                  <a:schemeClr val="bg1"/>
                </a:solidFill>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anim calcmode="lin" valueType="num">
                                      <p:cBhvr>
                                        <p:cTn id="8" dur="500" fill="hold"/>
                                        <p:tgtEl>
                                          <p:spTgt spid="14"/>
                                        </p:tgtEl>
                                        <p:attrNameLst>
                                          <p:attrName>ppt_x</p:attrName>
                                        </p:attrNameLst>
                                      </p:cBhvr>
                                      <p:tavLst>
                                        <p:tav tm="0">
                                          <p:val>
                                            <p:strVal val="#ppt_x"/>
                                          </p:val>
                                        </p:tav>
                                        <p:tav tm="100000">
                                          <p:val>
                                            <p:strVal val="#ppt_x"/>
                                          </p:val>
                                        </p:tav>
                                      </p:tavLst>
                                    </p:anim>
                                    <p:anim calcmode="lin" valueType="num">
                                      <p:cBhvr>
                                        <p:cTn id="9"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500"/>
                                        <p:tgtEl>
                                          <p:spTgt spid="3"/>
                                        </p:tgtEl>
                                      </p:cBhvr>
                                    </p:animEffect>
                                    <p:anim calcmode="lin" valueType="num">
                                      <p:cBhvr>
                                        <p:cTn id="15" dur="500" fill="hold"/>
                                        <p:tgtEl>
                                          <p:spTgt spid="3"/>
                                        </p:tgtEl>
                                        <p:attrNameLst>
                                          <p:attrName>ppt_x</p:attrName>
                                        </p:attrNameLst>
                                      </p:cBhvr>
                                      <p:tavLst>
                                        <p:tav tm="0">
                                          <p:val>
                                            <p:strVal val="#ppt_x"/>
                                          </p:val>
                                        </p:tav>
                                        <p:tav tm="100000">
                                          <p:val>
                                            <p:strVal val="#ppt_x"/>
                                          </p:val>
                                        </p:tav>
                                      </p:tavLst>
                                    </p:anim>
                                    <p:anim calcmode="lin" valueType="num">
                                      <p:cBhvr>
                                        <p:cTn id="16"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Box 3"/>
          <p:cNvSpPr>
            <a:spLocks noChangeArrowheads="1"/>
          </p:cNvSpPr>
          <p:nvPr/>
        </p:nvSpPr>
        <p:spPr bwMode="auto">
          <a:xfrm>
            <a:off x="273642" y="1095377"/>
            <a:ext cx="8712200" cy="521706"/>
          </a:xfrm>
          <a:prstGeom prst="roundRect">
            <a:avLst>
              <a:gd name="adj" fmla="val 3278"/>
            </a:avLst>
          </a:prstGeom>
          <a:noFill/>
          <a:ln w="9525">
            <a:noFill/>
            <a:round/>
          </a:ln>
          <a:extLst>
            <a:ext uri="{909E8E84-426E-40DD-AFC4-6F175D3DCCD1}">
              <a14:hiddenFill xmlns:a14="http://schemas.microsoft.com/office/drawing/2010/main">
                <a:solidFill>
                  <a:srgbClr val="FFFFFF"/>
                </a:solidFill>
              </a14:hiddenFill>
            </a:ext>
          </a:extLst>
        </p:spPr>
        <p:txBody>
          <a:bodyPr>
            <a:spAutoFit/>
          </a:bodyPr>
          <a:lstStyle>
            <a:lvl1pPr marL="342900" indent="-342900">
              <a:defRPr b="1">
                <a:solidFill>
                  <a:schemeClr val="tx1"/>
                </a:solidFill>
                <a:latin typeface="Calibri" panose="020F0502020204030204" pitchFamily="34" charset="0"/>
                <a:ea typeface="宋体" panose="02010600030101010101" pitchFamily="2" charset="-122"/>
              </a:defRPr>
            </a:lvl1pPr>
            <a:lvl2pPr marL="742950" indent="-285750">
              <a:defRPr b="1">
                <a:solidFill>
                  <a:schemeClr val="tx1"/>
                </a:solidFill>
                <a:latin typeface="Calibri" panose="020F0502020204030204" pitchFamily="34" charset="0"/>
                <a:ea typeface="宋体" panose="02010600030101010101" pitchFamily="2" charset="-122"/>
              </a:defRPr>
            </a:lvl2pPr>
            <a:lvl3pPr marL="1143000" indent="-228600">
              <a:defRPr b="1">
                <a:solidFill>
                  <a:schemeClr val="tx1"/>
                </a:solidFill>
                <a:latin typeface="Calibri" panose="020F0502020204030204" pitchFamily="34" charset="0"/>
                <a:ea typeface="宋体" panose="02010600030101010101" pitchFamily="2" charset="-122"/>
              </a:defRPr>
            </a:lvl3pPr>
            <a:lvl4pPr marL="1600200" indent="-228600">
              <a:defRPr b="1">
                <a:solidFill>
                  <a:schemeClr val="tx1"/>
                </a:solidFill>
                <a:latin typeface="Calibri" panose="020F0502020204030204" pitchFamily="34" charset="0"/>
                <a:ea typeface="宋体" panose="02010600030101010101" pitchFamily="2" charset="-122"/>
              </a:defRPr>
            </a:lvl4pPr>
            <a:lvl5pPr marL="2057400" indent="-228600">
              <a:defRPr b="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Calibri" panose="020F0502020204030204" pitchFamily="34" charset="0"/>
                <a:ea typeface="宋体" panose="02010600030101010101" pitchFamily="2" charset="-122"/>
              </a:defRPr>
            </a:lvl9pPr>
          </a:lstStyle>
          <a:p>
            <a:pPr defTabSz="914400" eaLnBrk="1" hangingPunct="1">
              <a:lnSpc>
                <a:spcPct val="125000"/>
              </a:lnSpc>
              <a:spcBef>
                <a:spcPts val="1200"/>
              </a:spcBef>
              <a:buClr>
                <a:srgbClr val="0070C0"/>
              </a:buClr>
              <a:buFont typeface="Wingdings" panose="05000000000000000000" pitchFamily="2" charset="2"/>
              <a:buChar char="q"/>
            </a:pPr>
            <a:r>
              <a:rPr lang="zh-CN" altLang="en-US" sz="2400" dirty="0">
                <a:latin typeface="微软雅黑" panose="020B0503020204020204" pitchFamily="34" charset="-122"/>
                <a:ea typeface="微软雅黑" panose="020B0503020204020204" pitchFamily="34" charset="-122"/>
                <a:sym typeface="+mn-ea"/>
              </a:rPr>
              <a:t>了解科学研究的内涵</a:t>
            </a:r>
            <a:endParaRPr lang="en-US" altLang="zh-CN" sz="2400" dirty="0">
              <a:latin typeface="微软雅黑" panose="020B0503020204020204" pitchFamily="34" charset="-122"/>
              <a:ea typeface="微软雅黑" panose="020B0503020204020204" pitchFamily="34" charset="-122"/>
            </a:endParaRPr>
          </a:p>
        </p:txBody>
      </p:sp>
      <p:sp>
        <p:nvSpPr>
          <p:cNvPr id="3" name="文本框 6"/>
          <p:cNvSpPr txBox="1"/>
          <p:nvPr/>
        </p:nvSpPr>
        <p:spPr>
          <a:xfrm>
            <a:off x="271463" y="324798"/>
            <a:ext cx="4588533" cy="523220"/>
          </a:xfrm>
          <a:prstGeom prst="rect">
            <a:avLst/>
          </a:prstGeom>
          <a:solidFill>
            <a:srgbClr val="075C8E"/>
          </a:solidFill>
          <a:ln w="9525">
            <a:noFill/>
          </a:ln>
        </p:spPr>
        <p:txBody>
          <a:bodyPr wrap="square" anchor="ctr">
            <a:spAutoFit/>
          </a:bodyPr>
          <a:lstStyle/>
          <a:p>
            <a:pPr>
              <a:spcBef>
                <a:spcPts val="600"/>
              </a:spcBef>
              <a:spcAft>
                <a:spcPts val="600"/>
              </a:spcAft>
            </a:pPr>
            <a:r>
              <a:rPr lang="zh-CN" altLang="en-US" sz="2800" b="1" dirty="0">
                <a:solidFill>
                  <a:schemeClr val="bg1"/>
                </a:solidFill>
                <a:latin typeface="黑体" panose="02010609060101010101" pitchFamily="49" charset="-122"/>
                <a:ea typeface="黑体" panose="02010609060101010101" pitchFamily="49" charset="-122"/>
              </a:rPr>
              <a:t>为什么要参加科研创新项目</a:t>
            </a:r>
            <a:endParaRPr lang="zh-CN" altLang="en-US" sz="2800" b="1" dirty="0">
              <a:solidFill>
                <a:schemeClr val="bg1"/>
              </a:solidFill>
              <a:latin typeface="黑体" panose="02010609060101010101" pitchFamily="49" charset="-122"/>
              <a:ea typeface="黑体" panose="02010609060101010101" pitchFamily="49" charset="-122"/>
            </a:endParaRPr>
          </a:p>
        </p:txBody>
      </p:sp>
      <p:sp>
        <p:nvSpPr>
          <p:cNvPr id="4" name="Rectangle 1"/>
          <p:cNvSpPr/>
          <p:nvPr/>
        </p:nvSpPr>
        <p:spPr>
          <a:xfrm>
            <a:off x="468057" y="1753456"/>
            <a:ext cx="6315153" cy="1477136"/>
          </a:xfrm>
          <a:prstGeom prst="rect">
            <a:avLst/>
          </a:prstGeom>
        </p:spPr>
        <p:txBody>
          <a:bodyPr wrap="square">
            <a:spAutoFit/>
          </a:bodyPr>
          <a:lstStyle/>
          <a:p>
            <a:pPr marL="467995" indent="-342900" algn="just" defTabSz="914400">
              <a:lnSpc>
                <a:spcPct val="125000"/>
              </a:lnSpc>
              <a:spcBef>
                <a:spcPts val="600"/>
              </a:spcBef>
              <a:buClr>
                <a:srgbClr val="0033CC"/>
              </a:buClr>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sym typeface="+mn-ea"/>
              </a:rPr>
              <a:t>发现</a:t>
            </a:r>
            <a:r>
              <a:rPr lang="zh-CN" altLang="en-US" sz="2200" dirty="0">
                <a:solidFill>
                  <a:srgbClr val="FF0000"/>
                </a:solidFill>
                <a:latin typeface="微软雅黑" panose="020B0503020204020204" pitchFamily="34" charset="-122"/>
                <a:ea typeface="微软雅黑" panose="020B0503020204020204" pitchFamily="34" charset="-122"/>
                <a:sym typeface="+mn-ea"/>
              </a:rPr>
              <a:t>新</a:t>
            </a:r>
            <a:r>
              <a:rPr lang="zh-CN" altLang="en-US" sz="2200" dirty="0">
                <a:latin typeface="微软雅黑" panose="020B0503020204020204" pitchFamily="34" charset="-122"/>
                <a:ea typeface="微软雅黑" panose="020B0503020204020204" pitchFamily="34" charset="-122"/>
                <a:sym typeface="+mn-ea"/>
              </a:rPr>
              <a:t>现象及其正确解释</a:t>
            </a:r>
            <a:endParaRPr lang="zh-CN" altLang="en-US" sz="2200" dirty="0">
              <a:latin typeface="微软雅黑" panose="020B0503020204020204" pitchFamily="34" charset="-122"/>
              <a:ea typeface="微软雅黑" panose="020B0503020204020204" pitchFamily="34" charset="-122"/>
              <a:sym typeface="+mn-ea"/>
            </a:endParaRPr>
          </a:p>
          <a:p>
            <a:pPr marL="467995" indent="-342900" algn="just" defTabSz="914400">
              <a:lnSpc>
                <a:spcPct val="125000"/>
              </a:lnSpc>
              <a:spcBef>
                <a:spcPts val="600"/>
              </a:spcBef>
              <a:buClr>
                <a:srgbClr val="0033CC"/>
              </a:buClr>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sym typeface="+mn-ea"/>
              </a:rPr>
              <a:t>根据</a:t>
            </a:r>
            <a:r>
              <a:rPr lang="zh-CN" altLang="en-US" sz="2200" dirty="0">
                <a:solidFill>
                  <a:srgbClr val="FF0000"/>
                </a:solidFill>
                <a:latin typeface="微软雅黑" panose="020B0503020204020204" pitchFamily="34" charset="-122"/>
                <a:ea typeface="微软雅黑" panose="020B0503020204020204" pitchFamily="34" charset="-122"/>
                <a:sym typeface="+mn-ea"/>
              </a:rPr>
              <a:t>新</a:t>
            </a:r>
            <a:r>
              <a:rPr lang="zh-CN" altLang="en-US" sz="2200" dirty="0">
                <a:latin typeface="微软雅黑" panose="020B0503020204020204" pitchFamily="34" charset="-122"/>
                <a:ea typeface="微软雅黑" panose="020B0503020204020204" pitchFamily="34" charset="-122"/>
                <a:sym typeface="+mn-ea"/>
              </a:rPr>
              <a:t>现象构建新理论或修正现有的理论</a:t>
            </a:r>
            <a:endParaRPr lang="zh-CN" altLang="en-US" sz="2200" dirty="0">
              <a:latin typeface="微软雅黑" panose="020B0503020204020204" pitchFamily="34" charset="-122"/>
              <a:ea typeface="微软雅黑" panose="020B0503020204020204" pitchFamily="34" charset="-122"/>
              <a:sym typeface="+mn-ea"/>
            </a:endParaRPr>
          </a:p>
          <a:p>
            <a:pPr marL="467995" indent="-342900" algn="just" defTabSz="914400">
              <a:lnSpc>
                <a:spcPct val="125000"/>
              </a:lnSpc>
              <a:spcBef>
                <a:spcPts val="600"/>
              </a:spcBef>
              <a:buClr>
                <a:srgbClr val="0033CC"/>
              </a:buClr>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sym typeface="+mn-ea"/>
              </a:rPr>
              <a:t>应用通过</a:t>
            </a:r>
            <a:r>
              <a:rPr lang="zh-CN" altLang="en-US" sz="2200" dirty="0">
                <a:solidFill>
                  <a:srgbClr val="FF0000"/>
                </a:solidFill>
                <a:latin typeface="微软雅黑" panose="020B0503020204020204" pitchFamily="34" charset="-122"/>
                <a:ea typeface="微软雅黑" panose="020B0503020204020204" pitchFamily="34" charset="-122"/>
                <a:sym typeface="+mn-ea"/>
              </a:rPr>
              <a:t>新</a:t>
            </a:r>
            <a:r>
              <a:rPr lang="zh-CN" altLang="en-US" sz="2200" dirty="0">
                <a:latin typeface="微软雅黑" panose="020B0503020204020204" pitchFamily="34" charset="-122"/>
                <a:ea typeface="微软雅黑" panose="020B0503020204020204" pitchFamily="34" charset="-122"/>
                <a:sym typeface="+mn-ea"/>
              </a:rPr>
              <a:t>理论或定律解决实际问题</a:t>
            </a:r>
            <a:endParaRPr lang="zh-CN" altLang="en-US" sz="2200" dirty="0">
              <a:solidFill>
                <a:srgbClr val="FF0000"/>
              </a:solidFill>
              <a:latin typeface="微软雅黑" panose="020B0503020204020204" pitchFamily="34" charset="-122"/>
              <a:ea typeface="微软雅黑" panose="020B0503020204020204" pitchFamily="34" charset="-122"/>
              <a:sym typeface="+mn-ea"/>
            </a:endParaRPr>
          </a:p>
        </p:txBody>
      </p:sp>
      <p:pic>
        <p:nvPicPr>
          <p:cNvPr id="5" name="图片 4"/>
          <p:cNvPicPr>
            <a:picLocks noChangeAspect="1"/>
          </p:cNvPicPr>
          <p:nvPr/>
        </p:nvPicPr>
        <p:blipFill>
          <a:blip r:embed="rId1"/>
          <a:stretch>
            <a:fillRect/>
          </a:stretch>
        </p:blipFill>
        <p:spPr>
          <a:xfrm>
            <a:off x="90165" y="3627411"/>
            <a:ext cx="2447966" cy="2187043"/>
          </a:xfrm>
          <a:prstGeom prst="rect">
            <a:avLst/>
          </a:prstGeom>
        </p:spPr>
      </p:pic>
      <p:pic>
        <p:nvPicPr>
          <p:cNvPr id="7" name="图片 6"/>
          <p:cNvPicPr>
            <a:picLocks noChangeAspect="1"/>
          </p:cNvPicPr>
          <p:nvPr/>
        </p:nvPicPr>
        <p:blipFill>
          <a:blip r:embed="rId2"/>
          <a:stretch>
            <a:fillRect/>
          </a:stretch>
        </p:blipFill>
        <p:spPr>
          <a:xfrm>
            <a:off x="2844024" y="3627409"/>
            <a:ext cx="3027898" cy="2187043"/>
          </a:xfrm>
          <a:prstGeom prst="rect">
            <a:avLst/>
          </a:prstGeom>
        </p:spPr>
      </p:pic>
      <p:grpSp>
        <p:nvGrpSpPr>
          <p:cNvPr id="8" name="组合 7"/>
          <p:cNvGrpSpPr/>
          <p:nvPr/>
        </p:nvGrpSpPr>
        <p:grpSpPr>
          <a:xfrm>
            <a:off x="6141511" y="3627409"/>
            <a:ext cx="2779834" cy="2187043"/>
            <a:chOff x="4701638" y="3540685"/>
            <a:chExt cx="2779834" cy="2416922"/>
          </a:xfrm>
        </p:grpSpPr>
        <p:pic>
          <p:nvPicPr>
            <p:cNvPr id="9"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01638" y="3540685"/>
              <a:ext cx="2779834" cy="2416922"/>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任意多边形 1"/>
            <p:cNvSpPr/>
            <p:nvPr/>
          </p:nvSpPr>
          <p:spPr>
            <a:xfrm>
              <a:off x="5083499" y="4230356"/>
              <a:ext cx="11015" cy="110532"/>
            </a:xfrm>
            <a:custGeom>
              <a:avLst/>
              <a:gdLst>
                <a:gd name="connsiteX0" fmla="*/ 967 w 11015"/>
                <a:gd name="connsiteY0" fmla="*/ 110532 h 110532"/>
                <a:gd name="connsiteX1" fmla="*/ 11015 w 11015"/>
                <a:gd name="connsiteY1" fmla="*/ 20097 h 110532"/>
                <a:gd name="connsiteX2" fmla="*/ 967 w 11015"/>
                <a:gd name="connsiteY2" fmla="*/ 20097 h 110532"/>
                <a:gd name="connsiteX3" fmla="*/ 967 w 11015"/>
                <a:gd name="connsiteY3" fmla="*/ 0 h 110532"/>
              </a:gdLst>
              <a:ahLst/>
              <a:cxnLst>
                <a:cxn ang="0">
                  <a:pos x="connsiteX0" y="connsiteY0"/>
                </a:cxn>
                <a:cxn ang="0">
                  <a:pos x="connsiteX1" y="connsiteY1"/>
                </a:cxn>
                <a:cxn ang="0">
                  <a:pos x="connsiteX2" y="connsiteY2"/>
                </a:cxn>
                <a:cxn ang="0">
                  <a:pos x="connsiteX3" y="connsiteY3"/>
                </a:cxn>
              </a:cxnLst>
              <a:rect l="l" t="t" r="r" b="b"/>
              <a:pathLst>
                <a:path w="11015" h="110532">
                  <a:moveTo>
                    <a:pt x="967" y="110532"/>
                  </a:moveTo>
                  <a:cubicBezTo>
                    <a:pt x="5991" y="72850"/>
                    <a:pt x="11015" y="35169"/>
                    <a:pt x="11015" y="20097"/>
                  </a:cubicBezTo>
                  <a:cubicBezTo>
                    <a:pt x="11015" y="5025"/>
                    <a:pt x="2642" y="23446"/>
                    <a:pt x="967" y="20097"/>
                  </a:cubicBezTo>
                  <a:cubicBezTo>
                    <a:pt x="-708" y="16747"/>
                    <a:pt x="129" y="8373"/>
                    <a:pt x="967" y="0"/>
                  </a:cubicBezTo>
                </a:path>
              </a:pathLst>
            </a:cu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11" name="箭头: 右 10"/>
          <p:cNvSpPr/>
          <p:nvPr/>
        </p:nvSpPr>
        <p:spPr bwMode="auto">
          <a:xfrm>
            <a:off x="2583079" y="4576932"/>
            <a:ext cx="215996" cy="287996"/>
          </a:xfrm>
          <a:prstGeom prst="rightArrow">
            <a:avLst/>
          </a:prstGeom>
          <a:solidFill>
            <a:schemeClr val="accent1"/>
          </a:solidFill>
          <a:ln>
            <a:noFill/>
          </a:ln>
          <a:effectLst>
            <a:prstShdw prst="shdw17" dist="17961" dir="2700000">
              <a:srgbClr val="1F1F00"/>
            </a:prstShdw>
          </a:effectLst>
        </p:spPr>
        <p:txBody>
          <a:bodyPr wrap="square" rtlCol="0" anchor="ctr">
            <a:spAutoFit/>
          </a:bodyPr>
          <a:lstStyle/>
          <a:p>
            <a:pPr algn="just" defTabSz="914400">
              <a:buClr>
                <a:srgbClr val="CC6600"/>
              </a:buClr>
              <a:buFont typeface="Arial" panose="020B0604020202020204" pitchFamily="34" charset="0"/>
              <a:buNone/>
            </a:pPr>
            <a:endParaRPr lang="zh-CN" altLang="en-US" sz="2400" noProof="1">
              <a:solidFill>
                <a:srgbClr val="FF0000"/>
              </a:solidFill>
              <a:latin typeface="微软雅黑" panose="020B0503020204020204" pitchFamily="34" charset="-122"/>
              <a:ea typeface="微软雅黑" panose="020B0503020204020204" pitchFamily="34" charset="-122"/>
              <a:sym typeface="Times New Roman" panose="02020603050405020304" pitchFamily="18" charset="0"/>
            </a:endParaRPr>
          </a:p>
        </p:txBody>
      </p:sp>
      <p:sp>
        <p:nvSpPr>
          <p:cNvPr id="12" name="箭头: 右 11"/>
          <p:cNvSpPr/>
          <p:nvPr/>
        </p:nvSpPr>
        <p:spPr bwMode="auto">
          <a:xfrm>
            <a:off x="5922084" y="4635397"/>
            <a:ext cx="215996" cy="287996"/>
          </a:xfrm>
          <a:prstGeom prst="rightArrow">
            <a:avLst/>
          </a:prstGeom>
          <a:solidFill>
            <a:schemeClr val="accent1"/>
          </a:solidFill>
          <a:ln>
            <a:noFill/>
          </a:ln>
          <a:effectLst>
            <a:prstShdw prst="shdw17" dist="17961" dir="2700000">
              <a:srgbClr val="1F1F00"/>
            </a:prstShdw>
          </a:effectLst>
        </p:spPr>
        <p:txBody>
          <a:bodyPr wrap="square" rtlCol="0" anchor="ctr">
            <a:spAutoFit/>
          </a:bodyPr>
          <a:lstStyle/>
          <a:p>
            <a:pPr algn="just" defTabSz="914400">
              <a:buClr>
                <a:srgbClr val="CC6600"/>
              </a:buClr>
              <a:buFont typeface="Arial" panose="020B0604020202020204" pitchFamily="34" charset="0"/>
              <a:buNone/>
            </a:pPr>
            <a:endParaRPr lang="zh-CN" altLang="en-US" sz="2400" noProof="1">
              <a:solidFill>
                <a:srgbClr val="FF0000"/>
              </a:solidFill>
              <a:latin typeface="微软雅黑" panose="020B0503020204020204" pitchFamily="34" charset="-122"/>
              <a:ea typeface="微软雅黑" panose="020B0503020204020204" pitchFamily="34" charset="-122"/>
              <a:sym typeface="Times New Roman" panose="02020603050405020304" pitchFamily="18" charset="0"/>
            </a:endParaRPr>
          </a:p>
        </p:txBody>
      </p:sp>
      <p:sp>
        <p:nvSpPr>
          <p:cNvPr id="13" name="文本框 12"/>
          <p:cNvSpPr txBox="1"/>
          <p:nvPr/>
        </p:nvSpPr>
        <p:spPr>
          <a:xfrm>
            <a:off x="954152" y="5794143"/>
            <a:ext cx="646331" cy="369332"/>
          </a:xfrm>
          <a:prstGeom prst="rect">
            <a:avLst/>
          </a:prstGeom>
          <a:noFill/>
        </p:spPr>
        <p:txBody>
          <a:bodyPr wrap="none" rtlCol="0">
            <a:spAutoFit/>
          </a:bodyPr>
          <a:lstStyle/>
          <a:p>
            <a:r>
              <a:rPr lang="zh-CN" altLang="en-US" dirty="0"/>
              <a:t>现象</a:t>
            </a:r>
            <a:endParaRPr lang="zh-CN" altLang="en-US" dirty="0"/>
          </a:p>
        </p:txBody>
      </p:sp>
      <p:sp>
        <p:nvSpPr>
          <p:cNvPr id="15" name="文本框 14"/>
          <p:cNvSpPr txBox="1"/>
          <p:nvPr/>
        </p:nvSpPr>
        <p:spPr>
          <a:xfrm>
            <a:off x="4016655" y="5794143"/>
            <a:ext cx="646331" cy="369332"/>
          </a:xfrm>
          <a:prstGeom prst="rect">
            <a:avLst/>
          </a:prstGeom>
          <a:noFill/>
        </p:spPr>
        <p:txBody>
          <a:bodyPr wrap="none" rtlCol="0">
            <a:spAutoFit/>
          </a:bodyPr>
          <a:lstStyle/>
          <a:p>
            <a:r>
              <a:rPr lang="zh-CN" altLang="en-US" dirty="0"/>
              <a:t>理论</a:t>
            </a:r>
            <a:endParaRPr lang="zh-CN" altLang="en-US" dirty="0"/>
          </a:p>
        </p:txBody>
      </p:sp>
      <p:sp>
        <p:nvSpPr>
          <p:cNvPr id="16" name="文本框 15"/>
          <p:cNvSpPr txBox="1"/>
          <p:nvPr/>
        </p:nvSpPr>
        <p:spPr>
          <a:xfrm>
            <a:off x="7363723" y="5794143"/>
            <a:ext cx="646331" cy="369332"/>
          </a:xfrm>
          <a:prstGeom prst="rect">
            <a:avLst/>
          </a:prstGeom>
          <a:noFill/>
        </p:spPr>
        <p:txBody>
          <a:bodyPr wrap="none" rtlCol="0">
            <a:spAutoFit/>
          </a:bodyPr>
          <a:lstStyle/>
          <a:p>
            <a:r>
              <a:rPr lang="zh-CN" altLang="en-US" dirty="0"/>
              <a:t>应用</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anim calcmode="lin" valueType="num">
                                      <p:cBhvr>
                                        <p:cTn id="8" dur="500" fill="hold"/>
                                        <p:tgtEl>
                                          <p:spTgt spid="14"/>
                                        </p:tgtEl>
                                        <p:attrNameLst>
                                          <p:attrName>ppt_x</p:attrName>
                                        </p:attrNameLst>
                                      </p:cBhvr>
                                      <p:tavLst>
                                        <p:tav tm="0">
                                          <p:val>
                                            <p:strVal val="#ppt_x"/>
                                          </p:val>
                                        </p:tav>
                                        <p:tav tm="100000">
                                          <p:val>
                                            <p:strVal val="#ppt_x"/>
                                          </p:val>
                                        </p:tav>
                                      </p:tavLst>
                                    </p:anim>
                                    <p:anim calcmode="lin" valueType="num">
                                      <p:cBhvr>
                                        <p:cTn id="9"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anim calcmode="lin" valueType="num">
                                      <p:cBhvr>
                                        <p:cTn id="15" dur="500" fill="hold"/>
                                        <p:tgtEl>
                                          <p:spTgt spid="4"/>
                                        </p:tgtEl>
                                        <p:attrNameLst>
                                          <p:attrName>ppt_x</p:attrName>
                                        </p:attrNameLst>
                                      </p:cBhvr>
                                      <p:tavLst>
                                        <p:tav tm="0">
                                          <p:val>
                                            <p:strVal val="#ppt_x"/>
                                          </p:val>
                                        </p:tav>
                                        <p:tav tm="100000">
                                          <p:val>
                                            <p:strVal val="#ppt_x"/>
                                          </p:val>
                                        </p:tav>
                                      </p:tavLst>
                                    </p:anim>
                                    <p:anim calcmode="lin" valueType="num">
                                      <p:cBhvr>
                                        <p:cTn id="16" dur="5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Box 3"/>
          <p:cNvSpPr>
            <a:spLocks noChangeArrowheads="1"/>
          </p:cNvSpPr>
          <p:nvPr/>
        </p:nvSpPr>
        <p:spPr bwMode="auto">
          <a:xfrm>
            <a:off x="273642" y="1095377"/>
            <a:ext cx="8712200" cy="521706"/>
          </a:xfrm>
          <a:prstGeom prst="roundRect">
            <a:avLst>
              <a:gd name="adj" fmla="val 3278"/>
            </a:avLst>
          </a:prstGeom>
          <a:noFill/>
          <a:ln w="9525">
            <a:noFill/>
            <a:round/>
          </a:ln>
          <a:extLst>
            <a:ext uri="{909E8E84-426E-40DD-AFC4-6F175D3DCCD1}">
              <a14:hiddenFill xmlns:a14="http://schemas.microsoft.com/office/drawing/2010/main">
                <a:solidFill>
                  <a:srgbClr val="FFFFFF"/>
                </a:solidFill>
              </a14:hiddenFill>
            </a:ext>
          </a:extLst>
        </p:spPr>
        <p:txBody>
          <a:bodyPr>
            <a:spAutoFit/>
          </a:bodyPr>
          <a:lstStyle>
            <a:lvl1pPr marL="342900" indent="-342900">
              <a:defRPr b="1">
                <a:solidFill>
                  <a:schemeClr val="tx1"/>
                </a:solidFill>
                <a:latin typeface="Calibri" panose="020F0502020204030204" pitchFamily="34" charset="0"/>
                <a:ea typeface="宋体" panose="02010600030101010101" pitchFamily="2" charset="-122"/>
              </a:defRPr>
            </a:lvl1pPr>
            <a:lvl2pPr marL="742950" indent="-285750">
              <a:defRPr b="1">
                <a:solidFill>
                  <a:schemeClr val="tx1"/>
                </a:solidFill>
                <a:latin typeface="Calibri" panose="020F0502020204030204" pitchFamily="34" charset="0"/>
                <a:ea typeface="宋体" panose="02010600030101010101" pitchFamily="2" charset="-122"/>
              </a:defRPr>
            </a:lvl2pPr>
            <a:lvl3pPr marL="1143000" indent="-228600">
              <a:defRPr b="1">
                <a:solidFill>
                  <a:schemeClr val="tx1"/>
                </a:solidFill>
                <a:latin typeface="Calibri" panose="020F0502020204030204" pitchFamily="34" charset="0"/>
                <a:ea typeface="宋体" panose="02010600030101010101" pitchFamily="2" charset="-122"/>
              </a:defRPr>
            </a:lvl3pPr>
            <a:lvl4pPr marL="1600200" indent="-228600">
              <a:defRPr b="1">
                <a:solidFill>
                  <a:schemeClr val="tx1"/>
                </a:solidFill>
                <a:latin typeface="Calibri" panose="020F0502020204030204" pitchFamily="34" charset="0"/>
                <a:ea typeface="宋体" panose="02010600030101010101" pitchFamily="2" charset="-122"/>
              </a:defRPr>
            </a:lvl4pPr>
            <a:lvl5pPr marL="2057400" indent="-228600">
              <a:defRPr b="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Calibri" panose="020F0502020204030204" pitchFamily="34" charset="0"/>
                <a:ea typeface="宋体" panose="02010600030101010101" pitchFamily="2" charset="-122"/>
              </a:defRPr>
            </a:lvl9pPr>
          </a:lstStyle>
          <a:p>
            <a:pPr defTabSz="914400" eaLnBrk="1" hangingPunct="1">
              <a:lnSpc>
                <a:spcPct val="125000"/>
              </a:lnSpc>
              <a:spcBef>
                <a:spcPts val="1200"/>
              </a:spcBef>
              <a:buClr>
                <a:srgbClr val="0070C0"/>
              </a:buClr>
              <a:buFont typeface="Wingdings" panose="05000000000000000000" pitchFamily="2" charset="2"/>
              <a:buChar char="q"/>
            </a:pPr>
            <a:r>
              <a:rPr lang="zh-CN" altLang="en-US" sz="2400" dirty="0">
                <a:latin typeface="微软雅黑" panose="020B0503020204020204" pitchFamily="34" charset="-122"/>
                <a:ea typeface="微软雅黑" panose="020B0503020204020204" pitchFamily="34" charset="-122"/>
                <a:sym typeface="+mn-ea"/>
              </a:rPr>
              <a:t>了解科研创新项目申请书撰写要点</a:t>
            </a:r>
            <a:endParaRPr lang="en-US" altLang="zh-CN" sz="2400" dirty="0">
              <a:latin typeface="微软雅黑" panose="020B0503020204020204" pitchFamily="34" charset="-122"/>
              <a:ea typeface="微软雅黑" panose="020B0503020204020204" pitchFamily="34" charset="-122"/>
            </a:endParaRPr>
          </a:p>
        </p:txBody>
      </p:sp>
      <p:sp>
        <p:nvSpPr>
          <p:cNvPr id="3" name="文本框 6"/>
          <p:cNvSpPr txBox="1"/>
          <p:nvPr/>
        </p:nvSpPr>
        <p:spPr>
          <a:xfrm>
            <a:off x="271463" y="324798"/>
            <a:ext cx="4588533" cy="523220"/>
          </a:xfrm>
          <a:prstGeom prst="rect">
            <a:avLst/>
          </a:prstGeom>
          <a:solidFill>
            <a:srgbClr val="075C8E"/>
          </a:solidFill>
          <a:ln w="9525">
            <a:noFill/>
          </a:ln>
        </p:spPr>
        <p:txBody>
          <a:bodyPr wrap="square" anchor="ctr">
            <a:spAutoFit/>
          </a:bodyPr>
          <a:lstStyle/>
          <a:p>
            <a:pPr>
              <a:spcBef>
                <a:spcPts val="600"/>
              </a:spcBef>
              <a:spcAft>
                <a:spcPts val="600"/>
              </a:spcAft>
            </a:pPr>
            <a:r>
              <a:rPr lang="zh-CN" altLang="en-US" sz="2800" b="1" dirty="0">
                <a:solidFill>
                  <a:schemeClr val="bg1"/>
                </a:solidFill>
                <a:latin typeface="黑体" panose="02010609060101010101" pitchFamily="49" charset="-122"/>
                <a:ea typeface="黑体" panose="02010609060101010101" pitchFamily="49" charset="-122"/>
              </a:rPr>
              <a:t>为什么要参加科研创新项目</a:t>
            </a:r>
            <a:endParaRPr lang="zh-CN" altLang="en-US" sz="2800" b="1" dirty="0">
              <a:solidFill>
                <a:schemeClr val="bg1"/>
              </a:solidFill>
              <a:latin typeface="黑体" panose="02010609060101010101" pitchFamily="49" charset="-122"/>
              <a:ea typeface="黑体" panose="02010609060101010101" pitchFamily="49" charset="-122"/>
            </a:endParaRPr>
          </a:p>
        </p:txBody>
      </p:sp>
      <p:sp>
        <p:nvSpPr>
          <p:cNvPr id="4" name="Rectangle 1"/>
          <p:cNvSpPr/>
          <p:nvPr/>
        </p:nvSpPr>
        <p:spPr>
          <a:xfrm>
            <a:off x="540056" y="1617083"/>
            <a:ext cx="6315153" cy="4978094"/>
          </a:xfrm>
          <a:prstGeom prst="rect">
            <a:avLst/>
          </a:prstGeom>
        </p:spPr>
        <p:txBody>
          <a:bodyPr wrap="square">
            <a:spAutoFit/>
          </a:bodyPr>
          <a:lstStyle/>
          <a:p>
            <a:pPr marL="467995" indent="-342900" algn="just" defTabSz="914400">
              <a:lnSpc>
                <a:spcPct val="125000"/>
              </a:lnSpc>
              <a:spcBef>
                <a:spcPts val="600"/>
              </a:spcBef>
              <a:buClr>
                <a:srgbClr val="0033CC"/>
              </a:buClr>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sym typeface="+mn-ea"/>
              </a:rPr>
              <a:t>项目名称</a:t>
            </a:r>
            <a:endParaRPr lang="en-US" altLang="zh-CN" sz="2200" dirty="0">
              <a:latin typeface="微软雅黑" panose="020B0503020204020204" pitchFamily="34" charset="-122"/>
              <a:ea typeface="微软雅黑" panose="020B0503020204020204" pitchFamily="34" charset="-122"/>
              <a:sym typeface="+mn-ea"/>
            </a:endParaRPr>
          </a:p>
          <a:p>
            <a:pPr marL="467995" indent="-342900" algn="just" defTabSz="914400">
              <a:lnSpc>
                <a:spcPct val="125000"/>
              </a:lnSpc>
              <a:spcBef>
                <a:spcPts val="600"/>
              </a:spcBef>
              <a:buClr>
                <a:srgbClr val="0033CC"/>
              </a:buClr>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sym typeface="+mn-ea"/>
              </a:rPr>
              <a:t>立项意义和国内外研究现状</a:t>
            </a:r>
            <a:endParaRPr lang="en-US" altLang="zh-CN" sz="2200" dirty="0">
              <a:latin typeface="微软雅黑" panose="020B0503020204020204" pitchFamily="34" charset="-122"/>
              <a:ea typeface="微软雅黑" panose="020B0503020204020204" pitchFamily="34" charset="-122"/>
              <a:sym typeface="+mn-ea"/>
            </a:endParaRPr>
          </a:p>
          <a:p>
            <a:pPr marL="467995" indent="-342900" algn="just" defTabSz="914400">
              <a:lnSpc>
                <a:spcPct val="125000"/>
              </a:lnSpc>
              <a:spcBef>
                <a:spcPts val="600"/>
              </a:spcBef>
              <a:buClr>
                <a:srgbClr val="0033CC"/>
              </a:buClr>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sym typeface="+mn-ea"/>
              </a:rPr>
              <a:t>研究内容</a:t>
            </a:r>
            <a:endParaRPr lang="en-US" altLang="zh-CN" sz="2200" dirty="0">
              <a:latin typeface="微软雅黑" panose="020B0503020204020204" pitchFamily="34" charset="-122"/>
              <a:ea typeface="微软雅黑" panose="020B0503020204020204" pitchFamily="34" charset="-122"/>
              <a:sym typeface="+mn-ea"/>
            </a:endParaRPr>
          </a:p>
          <a:p>
            <a:pPr marL="467995" indent="-342900" algn="just" defTabSz="914400">
              <a:lnSpc>
                <a:spcPct val="125000"/>
              </a:lnSpc>
              <a:spcBef>
                <a:spcPts val="600"/>
              </a:spcBef>
              <a:buClr>
                <a:srgbClr val="0033CC"/>
              </a:buClr>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sym typeface="+mn-ea"/>
              </a:rPr>
              <a:t>研究方案和技术路线</a:t>
            </a:r>
            <a:endParaRPr lang="en-US" altLang="zh-CN" sz="2200" dirty="0">
              <a:latin typeface="微软雅黑" panose="020B0503020204020204" pitchFamily="34" charset="-122"/>
              <a:ea typeface="微软雅黑" panose="020B0503020204020204" pitchFamily="34" charset="-122"/>
              <a:sym typeface="+mn-ea"/>
            </a:endParaRPr>
          </a:p>
          <a:p>
            <a:pPr marL="467995" indent="-342900" algn="just" defTabSz="914400">
              <a:lnSpc>
                <a:spcPct val="125000"/>
              </a:lnSpc>
              <a:spcBef>
                <a:spcPts val="600"/>
              </a:spcBef>
              <a:buClr>
                <a:srgbClr val="0033CC"/>
              </a:buClr>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sym typeface="+mn-ea"/>
              </a:rPr>
              <a:t>创新点</a:t>
            </a:r>
            <a:endParaRPr lang="en-US" altLang="zh-CN" sz="2200" dirty="0">
              <a:latin typeface="微软雅黑" panose="020B0503020204020204" pitchFamily="34" charset="-122"/>
              <a:ea typeface="微软雅黑" panose="020B0503020204020204" pitchFamily="34" charset="-122"/>
              <a:sym typeface="+mn-ea"/>
            </a:endParaRPr>
          </a:p>
          <a:p>
            <a:pPr marL="467995" indent="-342900" algn="just" defTabSz="914400">
              <a:lnSpc>
                <a:spcPct val="125000"/>
              </a:lnSpc>
              <a:spcBef>
                <a:spcPts val="600"/>
              </a:spcBef>
              <a:buClr>
                <a:srgbClr val="0033CC"/>
              </a:buClr>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sym typeface="+mn-ea"/>
              </a:rPr>
              <a:t>研究基础和具备的工作条件</a:t>
            </a:r>
            <a:endParaRPr lang="en-US" altLang="zh-CN" sz="2200" dirty="0">
              <a:latin typeface="微软雅黑" panose="020B0503020204020204" pitchFamily="34" charset="-122"/>
              <a:ea typeface="微软雅黑" panose="020B0503020204020204" pitchFamily="34" charset="-122"/>
              <a:sym typeface="+mn-ea"/>
            </a:endParaRPr>
          </a:p>
          <a:p>
            <a:pPr marL="467995" indent="-342900" algn="just" defTabSz="914400">
              <a:lnSpc>
                <a:spcPct val="125000"/>
              </a:lnSpc>
              <a:spcBef>
                <a:spcPts val="600"/>
              </a:spcBef>
              <a:buClr>
                <a:srgbClr val="0033CC"/>
              </a:buClr>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sym typeface="+mn-ea"/>
              </a:rPr>
              <a:t>进度安排</a:t>
            </a:r>
            <a:endParaRPr lang="en-US" altLang="zh-CN" sz="2200" dirty="0">
              <a:latin typeface="微软雅黑" panose="020B0503020204020204" pitchFamily="34" charset="-122"/>
              <a:ea typeface="微软雅黑" panose="020B0503020204020204" pitchFamily="34" charset="-122"/>
              <a:sym typeface="+mn-ea"/>
            </a:endParaRPr>
          </a:p>
          <a:p>
            <a:pPr marL="467995" indent="-342900" algn="just" defTabSz="914400">
              <a:lnSpc>
                <a:spcPct val="125000"/>
              </a:lnSpc>
              <a:spcBef>
                <a:spcPts val="600"/>
              </a:spcBef>
              <a:buClr>
                <a:srgbClr val="0033CC"/>
              </a:buClr>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sym typeface="+mn-ea"/>
              </a:rPr>
              <a:t>预期目标和成果</a:t>
            </a:r>
            <a:endParaRPr lang="en-US" altLang="zh-CN" sz="2200" dirty="0">
              <a:latin typeface="微软雅黑" panose="020B0503020204020204" pitchFamily="34" charset="-122"/>
              <a:ea typeface="微软雅黑" panose="020B0503020204020204" pitchFamily="34" charset="-122"/>
              <a:sym typeface="+mn-ea"/>
            </a:endParaRPr>
          </a:p>
          <a:p>
            <a:pPr marL="467995" indent="-342900" algn="just" defTabSz="914400">
              <a:lnSpc>
                <a:spcPct val="125000"/>
              </a:lnSpc>
              <a:spcBef>
                <a:spcPts val="600"/>
              </a:spcBef>
              <a:buClr>
                <a:srgbClr val="0033CC"/>
              </a:buClr>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sym typeface="+mn-ea"/>
              </a:rPr>
              <a:t>研究团队</a:t>
            </a:r>
            <a:endParaRPr lang="en-US" altLang="zh-CN" sz="2200" dirty="0">
              <a:latin typeface="微软雅黑" panose="020B0503020204020204" pitchFamily="34" charset="-122"/>
              <a:ea typeface="微软雅黑" panose="020B0503020204020204" pitchFamily="34" charset="-122"/>
              <a:sym typeface="+mn-ea"/>
            </a:endParaRPr>
          </a:p>
          <a:p>
            <a:pPr marL="467995" indent="-342900" algn="just" defTabSz="914400">
              <a:lnSpc>
                <a:spcPct val="125000"/>
              </a:lnSpc>
              <a:spcBef>
                <a:spcPts val="600"/>
              </a:spcBef>
              <a:buClr>
                <a:srgbClr val="0033CC"/>
              </a:buClr>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sym typeface="+mn-ea"/>
              </a:rPr>
              <a:t>预算</a:t>
            </a:r>
            <a:endParaRPr lang="zh-CN" altLang="en-US" sz="2200" dirty="0">
              <a:latin typeface="微软雅黑" panose="020B0503020204020204" pitchFamily="34" charset="-122"/>
              <a:ea typeface="微软雅黑" panose="020B0503020204020204" pitchFamily="34" charset="-122"/>
              <a:sym typeface="+mn-ea"/>
            </a:endParaRPr>
          </a:p>
        </p:txBody>
      </p:sp>
      <p:pic>
        <p:nvPicPr>
          <p:cNvPr id="6" name="图片 5"/>
          <p:cNvPicPr>
            <a:picLocks noChangeAspect="1"/>
          </p:cNvPicPr>
          <p:nvPr/>
        </p:nvPicPr>
        <p:blipFill>
          <a:blip r:embed="rId1"/>
          <a:stretch>
            <a:fillRect/>
          </a:stretch>
        </p:blipFill>
        <p:spPr>
          <a:xfrm>
            <a:off x="4931995" y="1815128"/>
            <a:ext cx="3527951" cy="4915513"/>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anim calcmode="lin" valueType="num">
                                      <p:cBhvr>
                                        <p:cTn id="8" dur="500" fill="hold"/>
                                        <p:tgtEl>
                                          <p:spTgt spid="14"/>
                                        </p:tgtEl>
                                        <p:attrNameLst>
                                          <p:attrName>ppt_x</p:attrName>
                                        </p:attrNameLst>
                                      </p:cBhvr>
                                      <p:tavLst>
                                        <p:tav tm="0">
                                          <p:val>
                                            <p:strVal val="#ppt_x"/>
                                          </p:val>
                                        </p:tav>
                                        <p:tav tm="100000">
                                          <p:val>
                                            <p:strVal val="#ppt_x"/>
                                          </p:val>
                                        </p:tav>
                                      </p:tavLst>
                                    </p:anim>
                                    <p:anim calcmode="lin" valueType="num">
                                      <p:cBhvr>
                                        <p:cTn id="9"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anim calcmode="lin" valueType="num">
                                      <p:cBhvr>
                                        <p:cTn id="15" dur="500" fill="hold"/>
                                        <p:tgtEl>
                                          <p:spTgt spid="4"/>
                                        </p:tgtEl>
                                        <p:attrNameLst>
                                          <p:attrName>ppt_x</p:attrName>
                                        </p:attrNameLst>
                                      </p:cBhvr>
                                      <p:tavLst>
                                        <p:tav tm="0">
                                          <p:val>
                                            <p:strVal val="#ppt_x"/>
                                          </p:val>
                                        </p:tav>
                                        <p:tav tm="100000">
                                          <p:val>
                                            <p:strVal val="#ppt_x"/>
                                          </p:val>
                                        </p:tav>
                                      </p:tavLst>
                                    </p:anim>
                                    <p:anim calcmode="lin" valueType="num">
                                      <p:cBhvr>
                                        <p:cTn id="16" dur="5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Box 3"/>
          <p:cNvSpPr>
            <a:spLocks noChangeArrowheads="1"/>
          </p:cNvSpPr>
          <p:nvPr/>
        </p:nvSpPr>
        <p:spPr bwMode="auto">
          <a:xfrm>
            <a:off x="273642" y="1095377"/>
            <a:ext cx="8712200" cy="521706"/>
          </a:xfrm>
          <a:prstGeom prst="roundRect">
            <a:avLst>
              <a:gd name="adj" fmla="val 3278"/>
            </a:avLst>
          </a:prstGeom>
          <a:noFill/>
          <a:ln w="9525">
            <a:noFill/>
            <a:round/>
          </a:ln>
          <a:extLst>
            <a:ext uri="{909E8E84-426E-40DD-AFC4-6F175D3DCCD1}">
              <a14:hiddenFill xmlns:a14="http://schemas.microsoft.com/office/drawing/2010/main">
                <a:solidFill>
                  <a:srgbClr val="FFFFFF"/>
                </a:solidFill>
              </a14:hiddenFill>
            </a:ext>
          </a:extLst>
        </p:spPr>
        <p:txBody>
          <a:bodyPr>
            <a:spAutoFit/>
          </a:bodyPr>
          <a:lstStyle>
            <a:lvl1pPr marL="342900" indent="-342900">
              <a:defRPr b="1">
                <a:solidFill>
                  <a:schemeClr val="tx1"/>
                </a:solidFill>
                <a:latin typeface="Calibri" panose="020F0502020204030204" pitchFamily="34" charset="0"/>
                <a:ea typeface="宋体" panose="02010600030101010101" pitchFamily="2" charset="-122"/>
              </a:defRPr>
            </a:lvl1pPr>
            <a:lvl2pPr marL="742950" indent="-285750">
              <a:defRPr b="1">
                <a:solidFill>
                  <a:schemeClr val="tx1"/>
                </a:solidFill>
                <a:latin typeface="Calibri" panose="020F0502020204030204" pitchFamily="34" charset="0"/>
                <a:ea typeface="宋体" panose="02010600030101010101" pitchFamily="2" charset="-122"/>
              </a:defRPr>
            </a:lvl2pPr>
            <a:lvl3pPr marL="1143000" indent="-228600">
              <a:defRPr b="1">
                <a:solidFill>
                  <a:schemeClr val="tx1"/>
                </a:solidFill>
                <a:latin typeface="Calibri" panose="020F0502020204030204" pitchFamily="34" charset="0"/>
                <a:ea typeface="宋体" panose="02010600030101010101" pitchFamily="2" charset="-122"/>
              </a:defRPr>
            </a:lvl3pPr>
            <a:lvl4pPr marL="1600200" indent="-228600">
              <a:defRPr b="1">
                <a:solidFill>
                  <a:schemeClr val="tx1"/>
                </a:solidFill>
                <a:latin typeface="Calibri" panose="020F0502020204030204" pitchFamily="34" charset="0"/>
                <a:ea typeface="宋体" panose="02010600030101010101" pitchFamily="2" charset="-122"/>
              </a:defRPr>
            </a:lvl4pPr>
            <a:lvl5pPr marL="2057400" indent="-228600">
              <a:defRPr b="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Calibri" panose="020F0502020204030204" pitchFamily="34" charset="0"/>
                <a:ea typeface="宋体" panose="02010600030101010101" pitchFamily="2" charset="-122"/>
              </a:defRPr>
            </a:lvl9pPr>
          </a:lstStyle>
          <a:p>
            <a:pPr defTabSz="914400" eaLnBrk="1" hangingPunct="1">
              <a:lnSpc>
                <a:spcPct val="125000"/>
              </a:lnSpc>
              <a:spcBef>
                <a:spcPts val="1200"/>
              </a:spcBef>
              <a:buClr>
                <a:srgbClr val="0070C0"/>
              </a:buClr>
              <a:buFont typeface="Wingdings" panose="05000000000000000000" pitchFamily="2" charset="2"/>
              <a:buChar char="q"/>
            </a:pPr>
            <a:r>
              <a:rPr lang="zh-CN" altLang="en-US" sz="2400" dirty="0">
                <a:latin typeface="微软雅黑" panose="020B0503020204020204" pitchFamily="34" charset="-122"/>
                <a:ea typeface="微软雅黑" panose="020B0503020204020204" pitchFamily="34" charset="-122"/>
                <a:sym typeface="+mn-ea"/>
              </a:rPr>
              <a:t>了解科学研究采用的基本方法和工具</a:t>
            </a:r>
            <a:endParaRPr lang="en-US" altLang="zh-CN" sz="2400" dirty="0">
              <a:latin typeface="微软雅黑" panose="020B0503020204020204" pitchFamily="34" charset="-122"/>
              <a:ea typeface="微软雅黑" panose="020B0503020204020204" pitchFamily="34" charset="-122"/>
            </a:endParaRPr>
          </a:p>
        </p:txBody>
      </p:sp>
      <p:sp>
        <p:nvSpPr>
          <p:cNvPr id="3" name="文本框 6"/>
          <p:cNvSpPr txBox="1"/>
          <p:nvPr/>
        </p:nvSpPr>
        <p:spPr>
          <a:xfrm>
            <a:off x="271463" y="324798"/>
            <a:ext cx="4588533" cy="523220"/>
          </a:xfrm>
          <a:prstGeom prst="rect">
            <a:avLst/>
          </a:prstGeom>
          <a:solidFill>
            <a:srgbClr val="075C8E"/>
          </a:solidFill>
          <a:ln w="9525">
            <a:noFill/>
          </a:ln>
        </p:spPr>
        <p:txBody>
          <a:bodyPr wrap="square" anchor="ctr">
            <a:spAutoFit/>
          </a:bodyPr>
          <a:lstStyle/>
          <a:p>
            <a:pPr>
              <a:spcBef>
                <a:spcPts val="600"/>
              </a:spcBef>
              <a:spcAft>
                <a:spcPts val="600"/>
              </a:spcAft>
            </a:pPr>
            <a:r>
              <a:rPr lang="zh-CN" altLang="en-US" sz="2800" b="1" dirty="0">
                <a:solidFill>
                  <a:schemeClr val="bg1"/>
                </a:solidFill>
                <a:latin typeface="黑体" panose="02010609060101010101" pitchFamily="49" charset="-122"/>
                <a:ea typeface="黑体" panose="02010609060101010101" pitchFamily="49" charset="-122"/>
              </a:rPr>
              <a:t>为什么要参加科研创新项目</a:t>
            </a:r>
            <a:endParaRPr lang="zh-CN" altLang="en-US" sz="2800" b="1" dirty="0">
              <a:solidFill>
                <a:schemeClr val="bg1"/>
              </a:solidFill>
              <a:latin typeface="黑体" panose="02010609060101010101" pitchFamily="49" charset="-122"/>
              <a:ea typeface="黑体" panose="02010609060101010101" pitchFamily="49" charset="-122"/>
            </a:endParaRPr>
          </a:p>
        </p:txBody>
      </p:sp>
      <p:pic>
        <p:nvPicPr>
          <p:cNvPr id="12" name="图片 11"/>
          <p:cNvPicPr>
            <a:picLocks noChangeAspect="1"/>
          </p:cNvPicPr>
          <p:nvPr/>
        </p:nvPicPr>
        <p:blipFill>
          <a:blip r:embed="rId1"/>
          <a:stretch>
            <a:fillRect/>
          </a:stretch>
        </p:blipFill>
        <p:spPr>
          <a:xfrm>
            <a:off x="4916478" y="1641278"/>
            <a:ext cx="3795947" cy="2187967"/>
          </a:xfrm>
          <a:prstGeom prst="rect">
            <a:avLst/>
          </a:prstGeom>
        </p:spPr>
      </p:pic>
      <p:grpSp>
        <p:nvGrpSpPr>
          <p:cNvPr id="53" name="组合 52"/>
          <p:cNvGrpSpPr/>
          <p:nvPr/>
        </p:nvGrpSpPr>
        <p:grpSpPr>
          <a:xfrm>
            <a:off x="457909" y="1643417"/>
            <a:ext cx="4114091" cy="2463278"/>
            <a:chOff x="457909" y="1685713"/>
            <a:chExt cx="4114091" cy="2463278"/>
          </a:xfrm>
        </p:grpSpPr>
        <p:grpSp>
          <p:nvGrpSpPr>
            <p:cNvPr id="30" name="组合 29"/>
            <p:cNvGrpSpPr/>
            <p:nvPr/>
          </p:nvGrpSpPr>
          <p:grpSpPr>
            <a:xfrm>
              <a:off x="457909" y="1685713"/>
              <a:ext cx="4114091" cy="2463278"/>
              <a:chOff x="-247348" y="3758878"/>
              <a:chExt cx="5445053" cy="2952688"/>
            </a:xfrm>
          </p:grpSpPr>
          <p:pic>
            <p:nvPicPr>
              <p:cNvPr id="42" name="图片 41"/>
              <p:cNvPicPr>
                <a:picLocks noChangeAspect="1"/>
              </p:cNvPicPr>
              <p:nvPr/>
            </p:nvPicPr>
            <p:blipFill rotWithShape="1">
              <a:blip r:embed="rId2"/>
              <a:srcRect l="1792" t="1762" r="1273" b="5938"/>
              <a:stretch>
                <a:fillRect/>
              </a:stretch>
            </p:blipFill>
            <p:spPr>
              <a:xfrm>
                <a:off x="-247348" y="3809392"/>
                <a:ext cx="5444834" cy="2902174"/>
              </a:xfrm>
              <a:prstGeom prst="rect">
                <a:avLst/>
              </a:prstGeom>
              <a:ln>
                <a:noFill/>
              </a:ln>
              <a:effectLst>
                <a:outerShdw blurRad="292100" dist="139700" dir="2700000" algn="tl" rotWithShape="0">
                  <a:srgbClr val="333333">
                    <a:alpha val="65000"/>
                  </a:srgbClr>
                </a:outerShdw>
              </a:effectLst>
            </p:spPr>
          </p:pic>
          <p:sp>
            <p:nvSpPr>
              <p:cNvPr id="43" name="矩形 42"/>
              <p:cNvSpPr/>
              <p:nvPr/>
            </p:nvSpPr>
            <p:spPr bwMode="auto">
              <a:xfrm>
                <a:off x="-247130" y="3758878"/>
                <a:ext cx="5444835" cy="405819"/>
              </a:xfrm>
              <a:prstGeom prst="rect">
                <a:avLst/>
              </a:prstGeom>
              <a:solidFill>
                <a:srgbClr val="B4C7E7"/>
              </a:solidFill>
              <a:ln>
                <a:noFill/>
              </a:ln>
            </p:spPr>
            <p:style>
              <a:lnRef idx="0">
                <a:scrgbClr r="0" g="0" b="0"/>
              </a:lnRef>
              <a:fillRef idx="0">
                <a:scrgbClr r="0" g="0" b="0"/>
              </a:fillRef>
              <a:effectRef idx="0">
                <a:scrgbClr r="0" g="0" b="0"/>
              </a:effectRef>
              <a:fontRef idx="minor">
                <a:schemeClr val="dk1"/>
              </a:fontRef>
            </p:style>
            <p:txBody>
              <a:bodyPr wrap="square" rtlCol="0" anchor="ctr">
                <a:spAutoFit/>
              </a:bodyPr>
              <a:lstStyle/>
              <a:p>
                <a:pPr algn="ctr" defTabSz="914400">
                  <a:buClr>
                    <a:srgbClr val="CC6600"/>
                  </a:buClr>
                  <a:buFont typeface="Arial" panose="020B0604020202020204" pitchFamily="34" charset="0"/>
                  <a:buNone/>
                </a:pPr>
                <a:r>
                  <a:rPr lang="zh-CN" altLang="en-US" sz="1600" b="1" noProof="1">
                    <a:solidFill>
                      <a:schemeClr val="tx1"/>
                    </a:solidFill>
                    <a:latin typeface="+mn-ea"/>
                    <a:sym typeface="Times New Roman" panose="02020603050405020304" pitchFamily="18" charset="0"/>
                  </a:rPr>
                  <a:t>理论方法</a:t>
                </a:r>
                <a:endParaRPr lang="zh-CN" altLang="en-US" sz="1600" b="1" noProof="1">
                  <a:solidFill>
                    <a:schemeClr val="tx1"/>
                  </a:solidFill>
                  <a:latin typeface="+mn-ea"/>
                  <a:sym typeface="Times New Roman" panose="02020603050405020304" pitchFamily="18" charset="0"/>
                </a:endParaRPr>
              </a:p>
            </p:txBody>
          </p:sp>
        </p:grpSp>
        <p:pic>
          <p:nvPicPr>
            <p:cNvPr id="25" name="图片 24"/>
            <p:cNvPicPr>
              <a:picLocks noChangeAspect="1"/>
            </p:cNvPicPr>
            <p:nvPr/>
          </p:nvPicPr>
          <p:blipFill>
            <a:blip r:embed="rId3"/>
            <a:stretch>
              <a:fillRect/>
            </a:stretch>
          </p:blipFill>
          <p:spPr>
            <a:xfrm>
              <a:off x="501770" y="2122783"/>
              <a:ext cx="4026203" cy="1866674"/>
            </a:xfrm>
            <a:prstGeom prst="rect">
              <a:avLst/>
            </a:prstGeom>
          </p:spPr>
        </p:pic>
      </p:grpSp>
      <p:grpSp>
        <p:nvGrpSpPr>
          <p:cNvPr id="47" name="组合 46"/>
          <p:cNvGrpSpPr/>
          <p:nvPr/>
        </p:nvGrpSpPr>
        <p:grpSpPr>
          <a:xfrm>
            <a:off x="4838272" y="4175820"/>
            <a:ext cx="4114091" cy="2463278"/>
            <a:chOff x="5058383" y="3989457"/>
            <a:chExt cx="4114091" cy="2463278"/>
          </a:xfrm>
        </p:grpSpPr>
        <p:grpSp>
          <p:nvGrpSpPr>
            <p:cNvPr id="44" name="组合 43"/>
            <p:cNvGrpSpPr/>
            <p:nvPr/>
          </p:nvGrpSpPr>
          <p:grpSpPr>
            <a:xfrm>
              <a:off x="5058383" y="3989457"/>
              <a:ext cx="4114091" cy="2463278"/>
              <a:chOff x="-247348" y="3758878"/>
              <a:chExt cx="5445053" cy="2952688"/>
            </a:xfrm>
          </p:grpSpPr>
          <p:pic>
            <p:nvPicPr>
              <p:cNvPr id="45" name="图片 44"/>
              <p:cNvPicPr>
                <a:picLocks noChangeAspect="1"/>
              </p:cNvPicPr>
              <p:nvPr/>
            </p:nvPicPr>
            <p:blipFill rotWithShape="1">
              <a:blip r:embed="rId2"/>
              <a:srcRect l="1792" t="1762" r="1273" b="5938"/>
              <a:stretch>
                <a:fillRect/>
              </a:stretch>
            </p:blipFill>
            <p:spPr>
              <a:xfrm>
                <a:off x="-247348" y="3809392"/>
                <a:ext cx="5444834" cy="2902174"/>
              </a:xfrm>
              <a:prstGeom prst="rect">
                <a:avLst/>
              </a:prstGeom>
              <a:ln>
                <a:noFill/>
              </a:ln>
              <a:effectLst>
                <a:outerShdw blurRad="292100" dist="139700" dir="2700000" algn="tl" rotWithShape="0">
                  <a:srgbClr val="333333">
                    <a:alpha val="65000"/>
                  </a:srgbClr>
                </a:outerShdw>
              </a:effectLst>
            </p:spPr>
          </p:pic>
          <p:sp>
            <p:nvSpPr>
              <p:cNvPr id="46" name="矩形 45"/>
              <p:cNvSpPr/>
              <p:nvPr/>
            </p:nvSpPr>
            <p:spPr bwMode="auto">
              <a:xfrm>
                <a:off x="-247130" y="3758878"/>
                <a:ext cx="5444835" cy="405819"/>
              </a:xfrm>
              <a:prstGeom prst="rect">
                <a:avLst/>
              </a:prstGeom>
              <a:solidFill>
                <a:srgbClr val="B4C7E7"/>
              </a:solidFill>
              <a:ln>
                <a:noFill/>
              </a:ln>
            </p:spPr>
            <p:style>
              <a:lnRef idx="0">
                <a:scrgbClr r="0" g="0" b="0"/>
              </a:lnRef>
              <a:fillRef idx="0">
                <a:scrgbClr r="0" g="0" b="0"/>
              </a:fillRef>
              <a:effectRef idx="0">
                <a:scrgbClr r="0" g="0" b="0"/>
              </a:effectRef>
              <a:fontRef idx="minor">
                <a:schemeClr val="dk1"/>
              </a:fontRef>
            </p:style>
            <p:txBody>
              <a:bodyPr wrap="square" rtlCol="0" anchor="ctr">
                <a:spAutoFit/>
              </a:bodyPr>
              <a:lstStyle/>
              <a:p>
                <a:pPr algn="ctr" defTabSz="914400">
                  <a:buClr>
                    <a:srgbClr val="CC6600"/>
                  </a:buClr>
                  <a:buFont typeface="Arial" panose="020B0604020202020204" pitchFamily="34" charset="0"/>
                  <a:buNone/>
                </a:pPr>
                <a:r>
                  <a:rPr lang="zh-CN" altLang="en-US" sz="1600" b="1" noProof="1">
                    <a:solidFill>
                      <a:schemeClr val="tx1"/>
                    </a:solidFill>
                    <a:latin typeface="+mn-ea"/>
                    <a:sym typeface="Times New Roman" panose="02020603050405020304" pitchFamily="18" charset="0"/>
                  </a:rPr>
                  <a:t>数值方法</a:t>
                </a:r>
                <a:endParaRPr lang="zh-CN" altLang="en-US" sz="1600" b="1" noProof="1">
                  <a:solidFill>
                    <a:schemeClr val="tx1"/>
                  </a:solidFill>
                  <a:latin typeface="+mn-ea"/>
                  <a:sym typeface="Times New Roman" panose="02020603050405020304" pitchFamily="18" charset="0"/>
                </a:endParaRPr>
              </a:p>
            </p:txBody>
          </p:sp>
        </p:grpSp>
        <p:pic>
          <p:nvPicPr>
            <p:cNvPr id="28" name="图片 2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47991" y="4411878"/>
              <a:ext cx="3959945" cy="1969081"/>
            </a:xfrm>
            <a:prstGeom prst="rect">
              <a:avLst/>
            </a:prstGeom>
          </p:spPr>
        </p:pic>
      </p:grpSp>
      <p:grpSp>
        <p:nvGrpSpPr>
          <p:cNvPr id="49" name="组合 48"/>
          <p:cNvGrpSpPr/>
          <p:nvPr/>
        </p:nvGrpSpPr>
        <p:grpSpPr>
          <a:xfrm>
            <a:off x="457909" y="4175820"/>
            <a:ext cx="4114091" cy="2463278"/>
            <a:chOff x="-247348" y="3758878"/>
            <a:chExt cx="5445053" cy="2952688"/>
          </a:xfrm>
        </p:grpSpPr>
        <p:pic>
          <p:nvPicPr>
            <p:cNvPr id="51" name="图片 50"/>
            <p:cNvPicPr>
              <a:picLocks noChangeAspect="1"/>
            </p:cNvPicPr>
            <p:nvPr/>
          </p:nvPicPr>
          <p:blipFill rotWithShape="1">
            <a:blip r:embed="rId2"/>
            <a:srcRect l="1792" t="1762" r="1273" b="5938"/>
            <a:stretch>
              <a:fillRect/>
            </a:stretch>
          </p:blipFill>
          <p:spPr>
            <a:xfrm>
              <a:off x="-247348" y="3809392"/>
              <a:ext cx="5444834" cy="2902174"/>
            </a:xfrm>
            <a:prstGeom prst="rect">
              <a:avLst/>
            </a:prstGeom>
            <a:ln>
              <a:noFill/>
            </a:ln>
            <a:effectLst>
              <a:outerShdw blurRad="292100" dist="139700" dir="2700000" algn="tl" rotWithShape="0">
                <a:srgbClr val="333333">
                  <a:alpha val="65000"/>
                </a:srgbClr>
              </a:outerShdw>
            </a:effectLst>
          </p:spPr>
        </p:pic>
        <p:sp>
          <p:nvSpPr>
            <p:cNvPr id="52" name="矩形 51"/>
            <p:cNvSpPr/>
            <p:nvPr/>
          </p:nvSpPr>
          <p:spPr bwMode="auto">
            <a:xfrm>
              <a:off x="-247130" y="3758878"/>
              <a:ext cx="5444835" cy="405819"/>
            </a:xfrm>
            <a:prstGeom prst="rect">
              <a:avLst/>
            </a:prstGeom>
            <a:solidFill>
              <a:srgbClr val="B4C7E7"/>
            </a:solidFill>
            <a:ln>
              <a:noFill/>
            </a:ln>
          </p:spPr>
          <p:style>
            <a:lnRef idx="0">
              <a:scrgbClr r="0" g="0" b="0"/>
            </a:lnRef>
            <a:fillRef idx="0">
              <a:scrgbClr r="0" g="0" b="0"/>
            </a:fillRef>
            <a:effectRef idx="0">
              <a:scrgbClr r="0" g="0" b="0"/>
            </a:effectRef>
            <a:fontRef idx="minor">
              <a:schemeClr val="dk1"/>
            </a:fontRef>
          </p:style>
          <p:txBody>
            <a:bodyPr wrap="square" rtlCol="0" anchor="ctr">
              <a:spAutoFit/>
            </a:bodyPr>
            <a:lstStyle/>
            <a:p>
              <a:pPr algn="ctr" defTabSz="914400">
                <a:buClr>
                  <a:srgbClr val="CC6600"/>
                </a:buClr>
                <a:buFont typeface="Arial" panose="020B0604020202020204" pitchFamily="34" charset="0"/>
                <a:buNone/>
              </a:pPr>
              <a:r>
                <a:rPr lang="zh-CN" altLang="en-US" sz="1600" b="1" noProof="1">
                  <a:solidFill>
                    <a:schemeClr val="tx1"/>
                  </a:solidFill>
                  <a:latin typeface="+mn-ea"/>
                  <a:sym typeface="Times New Roman" panose="02020603050405020304" pitchFamily="18" charset="0"/>
                </a:rPr>
                <a:t>实验方法</a:t>
              </a:r>
              <a:endParaRPr lang="zh-CN" altLang="en-US" sz="1600" b="1" noProof="1">
                <a:solidFill>
                  <a:schemeClr val="tx1"/>
                </a:solidFill>
                <a:latin typeface="+mn-ea"/>
                <a:sym typeface="Times New Roman" panose="02020603050405020304" pitchFamily="18" charset="0"/>
              </a:endParaRPr>
            </a:p>
          </p:txBody>
        </p:sp>
      </p:grpSp>
      <p:pic>
        <p:nvPicPr>
          <p:cNvPr id="54" name="Picture 3"/>
          <p:cNvPicPr>
            <a:picLocks noChangeAspect="1" noChangeArrowheads="1"/>
          </p:cNvPicPr>
          <p:nvPr/>
        </p:nvPicPr>
        <p:blipFill>
          <a:blip r:embed="rId5" cstate="print"/>
          <a:srcRect/>
          <a:stretch>
            <a:fillRect/>
          </a:stretch>
        </p:blipFill>
        <p:spPr bwMode="auto">
          <a:xfrm>
            <a:off x="501770" y="4514373"/>
            <a:ext cx="4026203" cy="2080545"/>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anim calcmode="lin" valueType="num">
                                      <p:cBhvr>
                                        <p:cTn id="8" dur="500" fill="hold"/>
                                        <p:tgtEl>
                                          <p:spTgt spid="14"/>
                                        </p:tgtEl>
                                        <p:attrNameLst>
                                          <p:attrName>ppt_x</p:attrName>
                                        </p:attrNameLst>
                                      </p:cBhvr>
                                      <p:tavLst>
                                        <p:tav tm="0">
                                          <p:val>
                                            <p:strVal val="#ppt_x"/>
                                          </p:val>
                                        </p:tav>
                                        <p:tav tm="100000">
                                          <p:val>
                                            <p:strVal val="#ppt_x"/>
                                          </p:val>
                                        </p:tav>
                                      </p:tavLst>
                                    </p:anim>
                                    <p:anim calcmode="lin" valueType="num">
                                      <p:cBhvr>
                                        <p:cTn id="9" dur="5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Box 3"/>
          <p:cNvSpPr>
            <a:spLocks noChangeArrowheads="1"/>
          </p:cNvSpPr>
          <p:nvPr/>
        </p:nvSpPr>
        <p:spPr bwMode="auto">
          <a:xfrm>
            <a:off x="273642" y="1095377"/>
            <a:ext cx="8712200" cy="521706"/>
          </a:xfrm>
          <a:prstGeom prst="roundRect">
            <a:avLst>
              <a:gd name="adj" fmla="val 3278"/>
            </a:avLst>
          </a:prstGeom>
          <a:noFill/>
          <a:ln w="9525">
            <a:noFill/>
            <a:round/>
          </a:ln>
          <a:extLst>
            <a:ext uri="{909E8E84-426E-40DD-AFC4-6F175D3DCCD1}">
              <a14:hiddenFill xmlns:a14="http://schemas.microsoft.com/office/drawing/2010/main">
                <a:solidFill>
                  <a:srgbClr val="FFFFFF"/>
                </a:solidFill>
              </a14:hiddenFill>
            </a:ext>
          </a:extLst>
        </p:spPr>
        <p:txBody>
          <a:bodyPr>
            <a:spAutoFit/>
          </a:bodyPr>
          <a:lstStyle>
            <a:lvl1pPr marL="342900" indent="-342900">
              <a:defRPr b="1">
                <a:solidFill>
                  <a:schemeClr val="tx1"/>
                </a:solidFill>
                <a:latin typeface="Calibri" panose="020F0502020204030204" pitchFamily="34" charset="0"/>
                <a:ea typeface="宋体" panose="02010600030101010101" pitchFamily="2" charset="-122"/>
              </a:defRPr>
            </a:lvl1pPr>
            <a:lvl2pPr marL="742950" indent="-285750">
              <a:defRPr b="1">
                <a:solidFill>
                  <a:schemeClr val="tx1"/>
                </a:solidFill>
                <a:latin typeface="Calibri" panose="020F0502020204030204" pitchFamily="34" charset="0"/>
                <a:ea typeface="宋体" panose="02010600030101010101" pitchFamily="2" charset="-122"/>
              </a:defRPr>
            </a:lvl2pPr>
            <a:lvl3pPr marL="1143000" indent="-228600">
              <a:defRPr b="1">
                <a:solidFill>
                  <a:schemeClr val="tx1"/>
                </a:solidFill>
                <a:latin typeface="Calibri" panose="020F0502020204030204" pitchFamily="34" charset="0"/>
                <a:ea typeface="宋体" panose="02010600030101010101" pitchFamily="2" charset="-122"/>
              </a:defRPr>
            </a:lvl3pPr>
            <a:lvl4pPr marL="1600200" indent="-228600">
              <a:defRPr b="1">
                <a:solidFill>
                  <a:schemeClr val="tx1"/>
                </a:solidFill>
                <a:latin typeface="Calibri" panose="020F0502020204030204" pitchFamily="34" charset="0"/>
                <a:ea typeface="宋体" panose="02010600030101010101" pitchFamily="2" charset="-122"/>
              </a:defRPr>
            </a:lvl4pPr>
            <a:lvl5pPr marL="2057400" indent="-228600">
              <a:defRPr b="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Calibri" panose="020F0502020204030204" pitchFamily="34" charset="0"/>
                <a:ea typeface="宋体" panose="02010600030101010101" pitchFamily="2" charset="-122"/>
              </a:defRPr>
            </a:lvl9pPr>
          </a:lstStyle>
          <a:p>
            <a:pPr defTabSz="914400" eaLnBrk="1" hangingPunct="1">
              <a:lnSpc>
                <a:spcPct val="125000"/>
              </a:lnSpc>
              <a:spcBef>
                <a:spcPts val="1200"/>
              </a:spcBef>
              <a:buClr>
                <a:srgbClr val="0070C0"/>
              </a:buClr>
              <a:buFont typeface="Wingdings" panose="05000000000000000000" pitchFamily="2" charset="2"/>
              <a:buChar char="q"/>
            </a:pPr>
            <a:r>
              <a:rPr lang="zh-CN" altLang="en-US" sz="2400" dirty="0">
                <a:latin typeface="微软雅黑" panose="020B0503020204020204" pitchFamily="34" charset="-122"/>
                <a:ea typeface="微软雅黑" panose="020B0503020204020204" pitchFamily="34" charset="-122"/>
                <a:sym typeface="+mn-ea"/>
              </a:rPr>
              <a:t>了解科学研究成果的载体和撰写范式</a:t>
            </a:r>
            <a:endParaRPr lang="en-US" altLang="zh-CN" sz="2400" dirty="0">
              <a:latin typeface="微软雅黑" panose="020B0503020204020204" pitchFamily="34" charset="-122"/>
              <a:ea typeface="微软雅黑" panose="020B0503020204020204" pitchFamily="34" charset="-122"/>
            </a:endParaRPr>
          </a:p>
        </p:txBody>
      </p:sp>
      <p:sp>
        <p:nvSpPr>
          <p:cNvPr id="3" name="文本框 6"/>
          <p:cNvSpPr txBox="1"/>
          <p:nvPr/>
        </p:nvSpPr>
        <p:spPr>
          <a:xfrm>
            <a:off x="271463" y="324798"/>
            <a:ext cx="4588533" cy="523220"/>
          </a:xfrm>
          <a:prstGeom prst="rect">
            <a:avLst/>
          </a:prstGeom>
          <a:solidFill>
            <a:srgbClr val="075C8E"/>
          </a:solidFill>
          <a:ln w="9525">
            <a:noFill/>
          </a:ln>
        </p:spPr>
        <p:txBody>
          <a:bodyPr wrap="square" anchor="ctr">
            <a:spAutoFit/>
          </a:bodyPr>
          <a:lstStyle/>
          <a:p>
            <a:pPr>
              <a:spcBef>
                <a:spcPts val="600"/>
              </a:spcBef>
              <a:spcAft>
                <a:spcPts val="600"/>
              </a:spcAft>
            </a:pPr>
            <a:r>
              <a:rPr lang="zh-CN" altLang="en-US" sz="2800" b="1" dirty="0">
                <a:solidFill>
                  <a:schemeClr val="bg1"/>
                </a:solidFill>
                <a:latin typeface="黑体" panose="02010609060101010101" pitchFamily="49" charset="-122"/>
                <a:ea typeface="黑体" panose="02010609060101010101" pitchFamily="49" charset="-122"/>
              </a:rPr>
              <a:t>为什么要参加科研创新项目</a:t>
            </a:r>
            <a:endParaRPr lang="zh-CN" altLang="en-US" sz="2800" b="1" dirty="0">
              <a:solidFill>
                <a:schemeClr val="bg1"/>
              </a:solidFill>
              <a:latin typeface="黑体" panose="02010609060101010101" pitchFamily="49" charset="-122"/>
              <a:ea typeface="黑体" panose="02010609060101010101" pitchFamily="49" charset="-122"/>
            </a:endParaRPr>
          </a:p>
        </p:txBody>
      </p:sp>
      <p:sp>
        <p:nvSpPr>
          <p:cNvPr id="2" name="Rectangle 1"/>
          <p:cNvSpPr/>
          <p:nvPr/>
        </p:nvSpPr>
        <p:spPr>
          <a:xfrm>
            <a:off x="540056" y="1617083"/>
            <a:ext cx="6315153" cy="1977273"/>
          </a:xfrm>
          <a:prstGeom prst="rect">
            <a:avLst/>
          </a:prstGeom>
        </p:spPr>
        <p:txBody>
          <a:bodyPr wrap="square">
            <a:spAutoFit/>
          </a:bodyPr>
          <a:lstStyle/>
          <a:p>
            <a:pPr marL="467995" indent="-342900" algn="just" defTabSz="914400">
              <a:lnSpc>
                <a:spcPct val="125000"/>
              </a:lnSpc>
              <a:spcBef>
                <a:spcPts val="600"/>
              </a:spcBef>
              <a:buClr>
                <a:srgbClr val="0033CC"/>
              </a:buClr>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sym typeface="+mn-ea"/>
              </a:rPr>
              <a:t>项目报告</a:t>
            </a:r>
            <a:endParaRPr lang="en-US" altLang="zh-CN" sz="2200" dirty="0">
              <a:latin typeface="微软雅黑" panose="020B0503020204020204" pitchFamily="34" charset="-122"/>
              <a:ea typeface="微软雅黑" panose="020B0503020204020204" pitchFamily="34" charset="-122"/>
              <a:sym typeface="+mn-ea"/>
            </a:endParaRPr>
          </a:p>
          <a:p>
            <a:pPr marL="467995" indent="-342900" algn="just" defTabSz="914400">
              <a:lnSpc>
                <a:spcPct val="125000"/>
              </a:lnSpc>
              <a:spcBef>
                <a:spcPts val="600"/>
              </a:spcBef>
              <a:buClr>
                <a:srgbClr val="0033CC"/>
              </a:buClr>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sym typeface="+mn-ea"/>
              </a:rPr>
              <a:t>科研论文</a:t>
            </a:r>
            <a:endParaRPr lang="en-US" altLang="zh-CN" sz="2200" dirty="0">
              <a:latin typeface="微软雅黑" panose="020B0503020204020204" pitchFamily="34" charset="-122"/>
              <a:ea typeface="微软雅黑" panose="020B0503020204020204" pitchFamily="34" charset="-122"/>
              <a:sym typeface="+mn-ea"/>
            </a:endParaRPr>
          </a:p>
          <a:p>
            <a:pPr marL="467995" indent="-342900" algn="just" defTabSz="914400">
              <a:lnSpc>
                <a:spcPct val="125000"/>
              </a:lnSpc>
              <a:spcBef>
                <a:spcPts val="600"/>
              </a:spcBef>
              <a:buClr>
                <a:srgbClr val="0033CC"/>
              </a:buClr>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sym typeface="+mn-ea"/>
              </a:rPr>
              <a:t>专利</a:t>
            </a:r>
            <a:endParaRPr lang="en-US" altLang="zh-CN" sz="2200" dirty="0">
              <a:latin typeface="微软雅黑" panose="020B0503020204020204" pitchFamily="34" charset="-122"/>
              <a:ea typeface="微软雅黑" panose="020B0503020204020204" pitchFamily="34" charset="-122"/>
              <a:sym typeface="+mn-ea"/>
            </a:endParaRPr>
          </a:p>
          <a:p>
            <a:pPr marL="467995" indent="-342900" algn="just" defTabSz="914400">
              <a:lnSpc>
                <a:spcPct val="125000"/>
              </a:lnSpc>
              <a:spcBef>
                <a:spcPts val="600"/>
              </a:spcBef>
              <a:buClr>
                <a:srgbClr val="0033CC"/>
              </a:buClr>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sym typeface="+mn-ea"/>
              </a:rPr>
              <a:t>软件著作权</a:t>
            </a:r>
            <a:endParaRPr lang="zh-CN" altLang="en-US" sz="2200" dirty="0">
              <a:latin typeface="微软雅黑" panose="020B0503020204020204" pitchFamily="34" charset="-122"/>
              <a:ea typeface="微软雅黑" panose="020B0503020204020204" pitchFamily="34" charset="-122"/>
              <a:sym typeface="+mn-ea"/>
            </a:endParaRPr>
          </a:p>
        </p:txBody>
      </p:sp>
      <p:pic>
        <p:nvPicPr>
          <p:cNvPr id="5" name="图片 4"/>
          <p:cNvPicPr>
            <a:picLocks noChangeAspect="1"/>
          </p:cNvPicPr>
          <p:nvPr/>
        </p:nvPicPr>
        <p:blipFill>
          <a:blip r:embed="rId1"/>
          <a:stretch>
            <a:fillRect/>
          </a:stretch>
        </p:blipFill>
        <p:spPr>
          <a:xfrm>
            <a:off x="180061" y="3652059"/>
            <a:ext cx="2147476" cy="3011745"/>
          </a:xfrm>
          <a:prstGeom prst="rect">
            <a:avLst/>
          </a:prstGeom>
        </p:spPr>
      </p:pic>
      <p:pic>
        <p:nvPicPr>
          <p:cNvPr id="7" name="图片 6"/>
          <p:cNvPicPr>
            <a:picLocks noChangeAspect="1"/>
          </p:cNvPicPr>
          <p:nvPr/>
        </p:nvPicPr>
        <p:blipFill>
          <a:blip r:embed="rId2"/>
          <a:stretch>
            <a:fillRect/>
          </a:stretch>
        </p:blipFill>
        <p:spPr>
          <a:xfrm>
            <a:off x="2417304" y="3731371"/>
            <a:ext cx="2147476" cy="2853119"/>
          </a:xfrm>
          <a:prstGeom prst="rect">
            <a:avLst/>
          </a:prstGeom>
        </p:spPr>
      </p:pic>
      <p:pic>
        <p:nvPicPr>
          <p:cNvPr id="9" name="图片 8"/>
          <p:cNvPicPr>
            <a:picLocks noChangeAspect="1"/>
          </p:cNvPicPr>
          <p:nvPr/>
        </p:nvPicPr>
        <p:blipFill>
          <a:blip r:embed="rId3"/>
          <a:stretch>
            <a:fillRect/>
          </a:stretch>
        </p:blipFill>
        <p:spPr>
          <a:xfrm>
            <a:off x="4747655" y="3856886"/>
            <a:ext cx="1857812" cy="2587046"/>
          </a:xfrm>
          <a:prstGeom prst="rect">
            <a:avLst/>
          </a:prstGeom>
        </p:spPr>
      </p:pic>
      <p:pic>
        <p:nvPicPr>
          <p:cNvPr id="11" name="图片 10"/>
          <p:cNvPicPr>
            <a:picLocks noChangeAspect="1"/>
          </p:cNvPicPr>
          <p:nvPr/>
        </p:nvPicPr>
        <p:blipFill>
          <a:blip r:embed="rId4"/>
          <a:stretch>
            <a:fillRect/>
          </a:stretch>
        </p:blipFill>
        <p:spPr>
          <a:xfrm>
            <a:off x="6893737" y="3737428"/>
            <a:ext cx="1953576" cy="2662396"/>
          </a:xfrm>
          <a:prstGeom prst="rect">
            <a:avLst/>
          </a:prstGeom>
        </p:spPr>
      </p:pic>
      <p:sp>
        <p:nvSpPr>
          <p:cNvPr id="13" name="文本框 12"/>
          <p:cNvSpPr txBox="1"/>
          <p:nvPr/>
        </p:nvSpPr>
        <p:spPr>
          <a:xfrm>
            <a:off x="670429" y="6443932"/>
            <a:ext cx="1107996" cy="369332"/>
          </a:xfrm>
          <a:prstGeom prst="rect">
            <a:avLst/>
          </a:prstGeom>
          <a:noFill/>
        </p:spPr>
        <p:txBody>
          <a:bodyPr wrap="none" rtlCol="0">
            <a:spAutoFit/>
          </a:bodyPr>
          <a:lstStyle/>
          <a:p>
            <a:r>
              <a:rPr lang="zh-CN" altLang="en-US" dirty="0"/>
              <a:t>项目报告</a:t>
            </a:r>
            <a:endParaRPr lang="zh-CN" altLang="en-US" dirty="0"/>
          </a:p>
        </p:txBody>
      </p:sp>
      <p:sp>
        <p:nvSpPr>
          <p:cNvPr id="15" name="文本框 14"/>
          <p:cNvSpPr txBox="1"/>
          <p:nvPr/>
        </p:nvSpPr>
        <p:spPr>
          <a:xfrm>
            <a:off x="2955816" y="6443932"/>
            <a:ext cx="1107996" cy="369332"/>
          </a:xfrm>
          <a:prstGeom prst="rect">
            <a:avLst/>
          </a:prstGeom>
          <a:noFill/>
        </p:spPr>
        <p:txBody>
          <a:bodyPr wrap="none" rtlCol="0">
            <a:spAutoFit/>
          </a:bodyPr>
          <a:lstStyle/>
          <a:p>
            <a:r>
              <a:rPr lang="zh-CN" altLang="en-US" dirty="0"/>
              <a:t>科研论文</a:t>
            </a:r>
            <a:endParaRPr lang="zh-CN" altLang="en-US" dirty="0"/>
          </a:p>
        </p:txBody>
      </p:sp>
      <p:sp>
        <p:nvSpPr>
          <p:cNvPr id="16" name="文本框 15"/>
          <p:cNvSpPr txBox="1"/>
          <p:nvPr/>
        </p:nvSpPr>
        <p:spPr>
          <a:xfrm>
            <a:off x="5380646" y="6443932"/>
            <a:ext cx="646331" cy="369332"/>
          </a:xfrm>
          <a:prstGeom prst="rect">
            <a:avLst/>
          </a:prstGeom>
          <a:noFill/>
        </p:spPr>
        <p:txBody>
          <a:bodyPr wrap="none" rtlCol="0">
            <a:spAutoFit/>
          </a:bodyPr>
          <a:lstStyle/>
          <a:p>
            <a:r>
              <a:rPr lang="zh-CN" altLang="en-US" dirty="0"/>
              <a:t>专利</a:t>
            </a:r>
            <a:endParaRPr lang="zh-CN" altLang="en-US" dirty="0"/>
          </a:p>
        </p:txBody>
      </p:sp>
      <p:sp>
        <p:nvSpPr>
          <p:cNvPr id="17" name="文本框 16"/>
          <p:cNvSpPr txBox="1"/>
          <p:nvPr/>
        </p:nvSpPr>
        <p:spPr>
          <a:xfrm>
            <a:off x="7252887" y="6399824"/>
            <a:ext cx="1338828" cy="369332"/>
          </a:xfrm>
          <a:prstGeom prst="rect">
            <a:avLst/>
          </a:prstGeom>
          <a:noFill/>
        </p:spPr>
        <p:txBody>
          <a:bodyPr wrap="none" rtlCol="0">
            <a:spAutoFit/>
          </a:bodyPr>
          <a:lstStyle/>
          <a:p>
            <a:r>
              <a:rPr lang="zh-CN" altLang="en-US" dirty="0"/>
              <a:t>软件著作权</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anim calcmode="lin" valueType="num">
                                      <p:cBhvr>
                                        <p:cTn id="8" dur="500" fill="hold"/>
                                        <p:tgtEl>
                                          <p:spTgt spid="14"/>
                                        </p:tgtEl>
                                        <p:attrNameLst>
                                          <p:attrName>ppt_x</p:attrName>
                                        </p:attrNameLst>
                                      </p:cBhvr>
                                      <p:tavLst>
                                        <p:tav tm="0">
                                          <p:val>
                                            <p:strVal val="#ppt_x"/>
                                          </p:val>
                                        </p:tav>
                                        <p:tav tm="100000">
                                          <p:val>
                                            <p:strVal val="#ppt_x"/>
                                          </p:val>
                                        </p:tav>
                                      </p:tavLst>
                                    </p:anim>
                                    <p:anim calcmode="lin" valueType="num">
                                      <p:cBhvr>
                                        <p:cTn id="9"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500"/>
                                        <p:tgtEl>
                                          <p:spTgt spid="2"/>
                                        </p:tgtEl>
                                      </p:cBhvr>
                                    </p:animEffect>
                                    <p:anim calcmode="lin" valueType="num">
                                      <p:cBhvr>
                                        <p:cTn id="15" dur="500" fill="hold"/>
                                        <p:tgtEl>
                                          <p:spTgt spid="2"/>
                                        </p:tgtEl>
                                        <p:attrNameLst>
                                          <p:attrName>ppt_x</p:attrName>
                                        </p:attrNameLst>
                                      </p:cBhvr>
                                      <p:tavLst>
                                        <p:tav tm="0">
                                          <p:val>
                                            <p:strVal val="#ppt_x"/>
                                          </p:val>
                                        </p:tav>
                                        <p:tav tm="100000">
                                          <p:val>
                                            <p:strVal val="#ppt_x"/>
                                          </p:val>
                                        </p:tav>
                                      </p:tavLst>
                                    </p:anim>
                                    <p:anim calcmode="lin" valueType="num">
                                      <p:cBhvr>
                                        <p:cTn id="16" dur="5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Box 3"/>
          <p:cNvSpPr>
            <a:spLocks noChangeArrowheads="1"/>
          </p:cNvSpPr>
          <p:nvPr/>
        </p:nvSpPr>
        <p:spPr bwMode="auto">
          <a:xfrm>
            <a:off x="273642" y="1095377"/>
            <a:ext cx="8712200" cy="521706"/>
          </a:xfrm>
          <a:prstGeom prst="roundRect">
            <a:avLst>
              <a:gd name="adj" fmla="val 3278"/>
            </a:avLst>
          </a:prstGeom>
          <a:noFill/>
          <a:ln w="9525">
            <a:noFill/>
            <a:round/>
          </a:ln>
          <a:extLst>
            <a:ext uri="{909E8E84-426E-40DD-AFC4-6F175D3DCCD1}">
              <a14:hiddenFill xmlns:a14="http://schemas.microsoft.com/office/drawing/2010/main">
                <a:solidFill>
                  <a:srgbClr val="FFFFFF"/>
                </a:solidFill>
              </a14:hiddenFill>
            </a:ext>
          </a:extLst>
        </p:spPr>
        <p:txBody>
          <a:bodyPr>
            <a:spAutoFit/>
          </a:bodyPr>
          <a:lstStyle>
            <a:lvl1pPr marL="342900" indent="-342900">
              <a:defRPr b="1">
                <a:solidFill>
                  <a:schemeClr val="tx1"/>
                </a:solidFill>
                <a:latin typeface="Calibri" panose="020F0502020204030204" pitchFamily="34" charset="0"/>
                <a:ea typeface="宋体" panose="02010600030101010101" pitchFamily="2" charset="-122"/>
              </a:defRPr>
            </a:lvl1pPr>
            <a:lvl2pPr marL="742950" indent="-285750">
              <a:defRPr b="1">
                <a:solidFill>
                  <a:schemeClr val="tx1"/>
                </a:solidFill>
                <a:latin typeface="Calibri" panose="020F0502020204030204" pitchFamily="34" charset="0"/>
                <a:ea typeface="宋体" panose="02010600030101010101" pitchFamily="2" charset="-122"/>
              </a:defRPr>
            </a:lvl2pPr>
            <a:lvl3pPr marL="1143000" indent="-228600">
              <a:defRPr b="1">
                <a:solidFill>
                  <a:schemeClr val="tx1"/>
                </a:solidFill>
                <a:latin typeface="Calibri" panose="020F0502020204030204" pitchFamily="34" charset="0"/>
                <a:ea typeface="宋体" panose="02010600030101010101" pitchFamily="2" charset="-122"/>
              </a:defRPr>
            </a:lvl3pPr>
            <a:lvl4pPr marL="1600200" indent="-228600">
              <a:defRPr b="1">
                <a:solidFill>
                  <a:schemeClr val="tx1"/>
                </a:solidFill>
                <a:latin typeface="Calibri" panose="020F0502020204030204" pitchFamily="34" charset="0"/>
                <a:ea typeface="宋体" panose="02010600030101010101" pitchFamily="2" charset="-122"/>
              </a:defRPr>
            </a:lvl4pPr>
            <a:lvl5pPr marL="2057400" indent="-228600">
              <a:defRPr b="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Calibri" panose="020F0502020204030204" pitchFamily="34" charset="0"/>
                <a:ea typeface="宋体" panose="02010600030101010101" pitchFamily="2" charset="-122"/>
              </a:defRPr>
            </a:lvl9pPr>
          </a:lstStyle>
          <a:p>
            <a:pPr defTabSz="914400" eaLnBrk="1" hangingPunct="1">
              <a:lnSpc>
                <a:spcPct val="125000"/>
              </a:lnSpc>
              <a:spcBef>
                <a:spcPts val="1200"/>
              </a:spcBef>
              <a:buClr>
                <a:srgbClr val="0070C0"/>
              </a:buClr>
              <a:buFont typeface="Wingdings" panose="05000000000000000000" pitchFamily="2" charset="2"/>
              <a:buChar char="q"/>
            </a:pPr>
            <a:r>
              <a:rPr lang="zh-CN" altLang="en-US" sz="2400" dirty="0">
                <a:latin typeface="微软雅黑" panose="020B0503020204020204" pitchFamily="34" charset="-122"/>
                <a:ea typeface="微软雅黑" panose="020B0503020204020204" pitchFamily="34" charset="-122"/>
                <a:sym typeface="+mn-ea"/>
              </a:rPr>
              <a:t>个人综合能力的培养</a:t>
            </a:r>
            <a:endParaRPr lang="en-US" altLang="zh-CN" sz="2400" dirty="0">
              <a:latin typeface="微软雅黑" panose="020B0503020204020204" pitchFamily="34" charset="-122"/>
              <a:ea typeface="微软雅黑" panose="020B0503020204020204" pitchFamily="34" charset="-122"/>
            </a:endParaRPr>
          </a:p>
        </p:txBody>
      </p:sp>
      <p:sp>
        <p:nvSpPr>
          <p:cNvPr id="3" name="文本框 6"/>
          <p:cNvSpPr txBox="1"/>
          <p:nvPr/>
        </p:nvSpPr>
        <p:spPr>
          <a:xfrm>
            <a:off x="271463" y="324798"/>
            <a:ext cx="4588533" cy="523220"/>
          </a:xfrm>
          <a:prstGeom prst="rect">
            <a:avLst/>
          </a:prstGeom>
          <a:solidFill>
            <a:srgbClr val="075C8E"/>
          </a:solidFill>
          <a:ln w="9525">
            <a:noFill/>
          </a:ln>
        </p:spPr>
        <p:txBody>
          <a:bodyPr wrap="square" anchor="ctr">
            <a:spAutoFit/>
          </a:bodyPr>
          <a:lstStyle/>
          <a:p>
            <a:pPr>
              <a:spcBef>
                <a:spcPts val="600"/>
              </a:spcBef>
              <a:spcAft>
                <a:spcPts val="600"/>
              </a:spcAft>
            </a:pPr>
            <a:r>
              <a:rPr lang="zh-CN" altLang="en-US" sz="2800" b="1" dirty="0">
                <a:solidFill>
                  <a:schemeClr val="bg1"/>
                </a:solidFill>
                <a:latin typeface="黑体" panose="02010609060101010101" pitchFamily="49" charset="-122"/>
                <a:ea typeface="黑体" panose="02010609060101010101" pitchFamily="49" charset="-122"/>
              </a:rPr>
              <a:t>为什么要参加科研创新项目</a:t>
            </a:r>
            <a:endParaRPr lang="zh-CN" altLang="en-US" sz="2800" b="1" dirty="0">
              <a:solidFill>
                <a:schemeClr val="bg1"/>
              </a:solidFill>
              <a:latin typeface="黑体" panose="02010609060101010101" pitchFamily="49" charset="-122"/>
              <a:ea typeface="黑体" panose="02010609060101010101" pitchFamily="49" charset="-122"/>
            </a:endParaRPr>
          </a:p>
        </p:txBody>
      </p:sp>
      <p:sp>
        <p:nvSpPr>
          <p:cNvPr id="2" name="Rectangle 1"/>
          <p:cNvSpPr/>
          <p:nvPr/>
        </p:nvSpPr>
        <p:spPr>
          <a:xfrm>
            <a:off x="540056" y="1701024"/>
            <a:ext cx="6315153" cy="3477683"/>
          </a:xfrm>
          <a:prstGeom prst="rect">
            <a:avLst/>
          </a:prstGeom>
        </p:spPr>
        <p:txBody>
          <a:bodyPr wrap="square">
            <a:spAutoFit/>
          </a:bodyPr>
          <a:lstStyle/>
          <a:p>
            <a:pPr marL="467995" indent="-342900" algn="just" defTabSz="914400">
              <a:lnSpc>
                <a:spcPct val="125000"/>
              </a:lnSpc>
              <a:spcBef>
                <a:spcPts val="600"/>
              </a:spcBef>
              <a:buClr>
                <a:srgbClr val="0033CC"/>
              </a:buClr>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sym typeface="+mn-ea"/>
              </a:rPr>
              <a:t>查找、阅读文献和归纳总结的能力</a:t>
            </a:r>
            <a:endParaRPr lang="en-US" altLang="zh-CN" sz="2200" dirty="0">
              <a:latin typeface="微软雅黑" panose="020B0503020204020204" pitchFamily="34" charset="-122"/>
              <a:ea typeface="微软雅黑" panose="020B0503020204020204" pitchFamily="34" charset="-122"/>
              <a:sym typeface="+mn-ea"/>
            </a:endParaRPr>
          </a:p>
          <a:p>
            <a:pPr marL="467995" indent="-342900" algn="just" defTabSz="914400">
              <a:lnSpc>
                <a:spcPct val="125000"/>
              </a:lnSpc>
              <a:spcBef>
                <a:spcPts val="600"/>
              </a:spcBef>
              <a:buClr>
                <a:srgbClr val="0033CC"/>
              </a:buClr>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sym typeface="+mn-ea"/>
              </a:rPr>
              <a:t>独立解决问题的能力</a:t>
            </a:r>
            <a:endParaRPr lang="en-US" altLang="zh-CN" sz="2200" dirty="0">
              <a:latin typeface="微软雅黑" panose="020B0503020204020204" pitchFamily="34" charset="-122"/>
              <a:ea typeface="微软雅黑" panose="020B0503020204020204" pitchFamily="34" charset="-122"/>
              <a:sym typeface="+mn-ea"/>
            </a:endParaRPr>
          </a:p>
          <a:p>
            <a:pPr marL="467995" indent="-342900" algn="just" defTabSz="914400">
              <a:lnSpc>
                <a:spcPct val="125000"/>
              </a:lnSpc>
              <a:spcBef>
                <a:spcPts val="600"/>
              </a:spcBef>
              <a:buClr>
                <a:srgbClr val="0033CC"/>
              </a:buClr>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sym typeface="+mn-ea"/>
              </a:rPr>
              <a:t>行文书写的能力</a:t>
            </a:r>
            <a:endParaRPr lang="en-US" altLang="zh-CN" sz="2200" dirty="0">
              <a:latin typeface="微软雅黑" panose="020B0503020204020204" pitchFamily="34" charset="-122"/>
              <a:ea typeface="微软雅黑" panose="020B0503020204020204" pitchFamily="34" charset="-122"/>
              <a:sym typeface="+mn-ea"/>
            </a:endParaRPr>
          </a:p>
          <a:p>
            <a:pPr marL="467995" indent="-342900" algn="just" defTabSz="914400">
              <a:lnSpc>
                <a:spcPct val="125000"/>
              </a:lnSpc>
              <a:spcBef>
                <a:spcPts val="600"/>
              </a:spcBef>
              <a:buClr>
                <a:srgbClr val="0033CC"/>
              </a:buClr>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sym typeface="+mn-ea"/>
              </a:rPr>
              <a:t>演讲表达的能力</a:t>
            </a:r>
            <a:endParaRPr lang="en-US" altLang="zh-CN" sz="2200" dirty="0">
              <a:latin typeface="微软雅黑" panose="020B0503020204020204" pitchFamily="34" charset="-122"/>
              <a:ea typeface="微软雅黑" panose="020B0503020204020204" pitchFamily="34" charset="-122"/>
              <a:sym typeface="+mn-ea"/>
            </a:endParaRPr>
          </a:p>
          <a:p>
            <a:pPr marL="467995" indent="-342900" algn="just" defTabSz="914400">
              <a:lnSpc>
                <a:spcPct val="125000"/>
              </a:lnSpc>
              <a:spcBef>
                <a:spcPts val="600"/>
              </a:spcBef>
              <a:buClr>
                <a:srgbClr val="0033CC"/>
              </a:buClr>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sym typeface="+mn-ea"/>
              </a:rPr>
              <a:t>团队协作的能力</a:t>
            </a:r>
            <a:endParaRPr lang="en-US" altLang="zh-CN" sz="2200" dirty="0">
              <a:latin typeface="微软雅黑" panose="020B0503020204020204" pitchFamily="34" charset="-122"/>
              <a:ea typeface="微软雅黑" panose="020B0503020204020204" pitchFamily="34" charset="-122"/>
              <a:sym typeface="+mn-ea"/>
            </a:endParaRPr>
          </a:p>
          <a:p>
            <a:pPr marL="467995" indent="-342900" algn="just" defTabSz="914400">
              <a:lnSpc>
                <a:spcPct val="125000"/>
              </a:lnSpc>
              <a:spcBef>
                <a:spcPts val="600"/>
              </a:spcBef>
              <a:buClr>
                <a:srgbClr val="0033CC"/>
              </a:buClr>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sym typeface="+mn-ea"/>
              </a:rPr>
              <a:t>持续学习的内驱动力</a:t>
            </a:r>
            <a:endParaRPr lang="en-US" altLang="zh-CN" sz="2200" dirty="0">
              <a:latin typeface="微软雅黑" panose="020B0503020204020204" pitchFamily="34" charset="-122"/>
              <a:ea typeface="微软雅黑" panose="020B0503020204020204" pitchFamily="34" charset="-122"/>
              <a:sym typeface="+mn-ea"/>
            </a:endParaRPr>
          </a:p>
          <a:p>
            <a:pPr marL="467995" indent="-342900" algn="just" defTabSz="914400">
              <a:lnSpc>
                <a:spcPct val="125000"/>
              </a:lnSpc>
              <a:spcBef>
                <a:spcPts val="600"/>
              </a:spcBef>
              <a:buClr>
                <a:srgbClr val="0033CC"/>
              </a:buClr>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sym typeface="+mn-ea"/>
              </a:rPr>
              <a:t>。。。。。。。。</a:t>
            </a:r>
            <a:endParaRPr lang="en-US" altLang="zh-CN" sz="2200" dirty="0">
              <a:latin typeface="微软雅黑" panose="020B0503020204020204" pitchFamily="34" charset="-122"/>
              <a:ea typeface="微软雅黑" panose="020B0503020204020204" pitchFamily="34" charset="-122"/>
              <a:sym typeface="+mn-ea"/>
            </a:endParaRPr>
          </a:p>
        </p:txBody>
      </p:sp>
      <p:pic>
        <p:nvPicPr>
          <p:cNvPr id="26" name="图片 25"/>
          <p:cNvPicPr>
            <a:picLocks noChangeAspect="1"/>
          </p:cNvPicPr>
          <p:nvPr/>
        </p:nvPicPr>
        <p:blipFill>
          <a:blip r:embed="rId1"/>
          <a:stretch>
            <a:fillRect/>
          </a:stretch>
        </p:blipFill>
        <p:spPr>
          <a:xfrm>
            <a:off x="4372953" y="2277016"/>
            <a:ext cx="4230991" cy="3859102"/>
          </a:xfrm>
          <a:prstGeom prst="rect">
            <a:avLst/>
          </a:prstGeom>
        </p:spPr>
      </p:pic>
      <p:sp>
        <p:nvSpPr>
          <p:cNvPr id="4" name="箭头: 下 3"/>
          <p:cNvSpPr/>
          <p:nvPr/>
        </p:nvSpPr>
        <p:spPr bwMode="auto">
          <a:xfrm>
            <a:off x="1692040" y="5300974"/>
            <a:ext cx="503993" cy="287996"/>
          </a:xfrm>
          <a:prstGeom prst="downArrow">
            <a:avLst/>
          </a:prstGeom>
          <a:solidFill>
            <a:schemeClr val="tx1"/>
          </a:solidFill>
          <a:ln>
            <a:noFill/>
          </a:ln>
          <a:effectLst>
            <a:prstShdw prst="shdw17" dist="17961" dir="2700000">
              <a:srgbClr val="1F1F00"/>
            </a:prstShdw>
          </a:effectLst>
        </p:spPr>
        <p:txBody>
          <a:bodyPr wrap="square" rtlCol="0" anchor="ctr">
            <a:spAutoFit/>
          </a:bodyPr>
          <a:lstStyle/>
          <a:p>
            <a:pPr algn="just" defTabSz="914400">
              <a:buClr>
                <a:srgbClr val="CC6600"/>
              </a:buClr>
              <a:buFont typeface="Arial" panose="020B0604020202020204" pitchFamily="34" charset="0"/>
              <a:buNone/>
            </a:pPr>
            <a:endParaRPr lang="zh-CN" altLang="en-US" sz="2400" noProof="1">
              <a:solidFill>
                <a:srgbClr val="FF0000"/>
              </a:solidFill>
              <a:latin typeface="微软雅黑" panose="020B0503020204020204" pitchFamily="34" charset="-122"/>
              <a:ea typeface="微软雅黑" panose="020B0503020204020204" pitchFamily="34" charset="-122"/>
              <a:sym typeface="Times New Roman" panose="02020603050405020304"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anim calcmode="lin" valueType="num">
                                      <p:cBhvr>
                                        <p:cTn id="8" dur="500" fill="hold"/>
                                        <p:tgtEl>
                                          <p:spTgt spid="14"/>
                                        </p:tgtEl>
                                        <p:attrNameLst>
                                          <p:attrName>ppt_x</p:attrName>
                                        </p:attrNameLst>
                                      </p:cBhvr>
                                      <p:tavLst>
                                        <p:tav tm="0">
                                          <p:val>
                                            <p:strVal val="#ppt_x"/>
                                          </p:val>
                                        </p:tav>
                                        <p:tav tm="100000">
                                          <p:val>
                                            <p:strVal val="#ppt_x"/>
                                          </p:val>
                                        </p:tav>
                                      </p:tavLst>
                                    </p:anim>
                                    <p:anim calcmode="lin" valueType="num">
                                      <p:cBhvr>
                                        <p:cTn id="9"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500"/>
                                        <p:tgtEl>
                                          <p:spTgt spid="2"/>
                                        </p:tgtEl>
                                      </p:cBhvr>
                                    </p:animEffect>
                                    <p:anim calcmode="lin" valueType="num">
                                      <p:cBhvr>
                                        <p:cTn id="15" dur="500" fill="hold"/>
                                        <p:tgtEl>
                                          <p:spTgt spid="2"/>
                                        </p:tgtEl>
                                        <p:attrNameLst>
                                          <p:attrName>ppt_x</p:attrName>
                                        </p:attrNameLst>
                                      </p:cBhvr>
                                      <p:tavLst>
                                        <p:tav tm="0">
                                          <p:val>
                                            <p:strVal val="#ppt_x"/>
                                          </p:val>
                                        </p:tav>
                                        <p:tav tm="100000">
                                          <p:val>
                                            <p:strVal val="#ppt_x"/>
                                          </p:val>
                                        </p:tav>
                                      </p:tavLst>
                                    </p:anim>
                                    <p:anim calcmode="lin" valueType="num">
                                      <p:cBhvr>
                                        <p:cTn id="16" dur="5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Box 3"/>
          <p:cNvSpPr>
            <a:spLocks noChangeArrowheads="1"/>
          </p:cNvSpPr>
          <p:nvPr/>
        </p:nvSpPr>
        <p:spPr bwMode="auto">
          <a:xfrm>
            <a:off x="273642" y="1095377"/>
            <a:ext cx="8712200" cy="521706"/>
          </a:xfrm>
          <a:prstGeom prst="roundRect">
            <a:avLst>
              <a:gd name="adj" fmla="val 3278"/>
            </a:avLst>
          </a:prstGeom>
          <a:noFill/>
          <a:ln w="9525">
            <a:noFill/>
            <a:round/>
          </a:ln>
          <a:extLst>
            <a:ext uri="{909E8E84-426E-40DD-AFC4-6F175D3DCCD1}">
              <a14:hiddenFill xmlns:a14="http://schemas.microsoft.com/office/drawing/2010/main">
                <a:solidFill>
                  <a:srgbClr val="FFFFFF"/>
                </a:solidFill>
              </a14:hiddenFill>
            </a:ext>
          </a:extLst>
        </p:spPr>
        <p:txBody>
          <a:bodyPr>
            <a:spAutoFit/>
          </a:bodyPr>
          <a:lstStyle>
            <a:lvl1pPr marL="342900" indent="-342900">
              <a:defRPr b="1">
                <a:solidFill>
                  <a:schemeClr val="tx1"/>
                </a:solidFill>
                <a:latin typeface="Calibri" panose="020F0502020204030204" pitchFamily="34" charset="0"/>
                <a:ea typeface="宋体" panose="02010600030101010101" pitchFamily="2" charset="-122"/>
              </a:defRPr>
            </a:lvl1pPr>
            <a:lvl2pPr marL="742950" indent="-285750">
              <a:defRPr b="1">
                <a:solidFill>
                  <a:schemeClr val="tx1"/>
                </a:solidFill>
                <a:latin typeface="Calibri" panose="020F0502020204030204" pitchFamily="34" charset="0"/>
                <a:ea typeface="宋体" panose="02010600030101010101" pitchFamily="2" charset="-122"/>
              </a:defRPr>
            </a:lvl2pPr>
            <a:lvl3pPr marL="1143000" indent="-228600">
              <a:defRPr b="1">
                <a:solidFill>
                  <a:schemeClr val="tx1"/>
                </a:solidFill>
                <a:latin typeface="Calibri" panose="020F0502020204030204" pitchFamily="34" charset="0"/>
                <a:ea typeface="宋体" panose="02010600030101010101" pitchFamily="2" charset="-122"/>
              </a:defRPr>
            </a:lvl3pPr>
            <a:lvl4pPr marL="1600200" indent="-228600">
              <a:defRPr b="1">
                <a:solidFill>
                  <a:schemeClr val="tx1"/>
                </a:solidFill>
                <a:latin typeface="Calibri" panose="020F0502020204030204" pitchFamily="34" charset="0"/>
                <a:ea typeface="宋体" panose="02010600030101010101" pitchFamily="2" charset="-122"/>
              </a:defRPr>
            </a:lvl4pPr>
            <a:lvl5pPr marL="2057400" indent="-228600">
              <a:defRPr b="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Calibri" panose="020F0502020204030204" pitchFamily="34" charset="0"/>
                <a:ea typeface="宋体" panose="02010600030101010101" pitchFamily="2" charset="-122"/>
              </a:defRPr>
            </a:lvl9pPr>
          </a:lstStyle>
          <a:p>
            <a:pPr defTabSz="914400" eaLnBrk="1" hangingPunct="1">
              <a:lnSpc>
                <a:spcPct val="125000"/>
              </a:lnSpc>
              <a:spcBef>
                <a:spcPts val="1200"/>
              </a:spcBef>
              <a:buClr>
                <a:srgbClr val="0070C0"/>
              </a:buClr>
              <a:buFont typeface="Wingdings" panose="05000000000000000000" pitchFamily="2" charset="2"/>
              <a:buChar char="q"/>
            </a:pPr>
            <a:r>
              <a:rPr lang="zh-CN" altLang="en-US" sz="2400" dirty="0">
                <a:latin typeface="微软雅黑" panose="020B0503020204020204" pitchFamily="34" charset="-122"/>
                <a:ea typeface="微软雅黑" panose="020B0503020204020204" pitchFamily="34" charset="-122"/>
                <a:sym typeface="+mn-ea"/>
              </a:rPr>
              <a:t>个性化学分的需求</a:t>
            </a:r>
            <a:endParaRPr lang="en-US" altLang="zh-CN" sz="2400" dirty="0">
              <a:latin typeface="微软雅黑" panose="020B0503020204020204" pitchFamily="34" charset="-122"/>
              <a:ea typeface="微软雅黑" panose="020B0503020204020204" pitchFamily="34" charset="-122"/>
            </a:endParaRPr>
          </a:p>
        </p:txBody>
      </p:sp>
      <p:sp>
        <p:nvSpPr>
          <p:cNvPr id="3" name="文本框 6"/>
          <p:cNvSpPr txBox="1"/>
          <p:nvPr/>
        </p:nvSpPr>
        <p:spPr>
          <a:xfrm>
            <a:off x="271463" y="324798"/>
            <a:ext cx="4588533" cy="523220"/>
          </a:xfrm>
          <a:prstGeom prst="rect">
            <a:avLst/>
          </a:prstGeom>
          <a:solidFill>
            <a:srgbClr val="075C8E"/>
          </a:solidFill>
          <a:ln w="9525">
            <a:noFill/>
          </a:ln>
        </p:spPr>
        <p:txBody>
          <a:bodyPr wrap="square" anchor="ctr">
            <a:spAutoFit/>
          </a:bodyPr>
          <a:lstStyle/>
          <a:p>
            <a:pPr>
              <a:spcBef>
                <a:spcPts val="600"/>
              </a:spcBef>
              <a:spcAft>
                <a:spcPts val="600"/>
              </a:spcAft>
            </a:pPr>
            <a:r>
              <a:rPr lang="zh-CN" altLang="en-US" sz="2800" b="1" dirty="0">
                <a:solidFill>
                  <a:schemeClr val="bg1"/>
                </a:solidFill>
                <a:latin typeface="黑体" panose="02010609060101010101" pitchFamily="49" charset="-122"/>
                <a:ea typeface="黑体" panose="02010609060101010101" pitchFamily="49" charset="-122"/>
              </a:rPr>
              <a:t>为什么要参加科研创新项目</a:t>
            </a:r>
            <a:endParaRPr lang="zh-CN" altLang="en-US" sz="2800" b="1" dirty="0">
              <a:solidFill>
                <a:schemeClr val="bg1"/>
              </a:solidFill>
              <a:latin typeface="黑体" panose="02010609060101010101" pitchFamily="49" charset="-122"/>
              <a:ea typeface="黑体" panose="02010609060101010101" pitchFamily="49" charset="-122"/>
            </a:endParaRPr>
          </a:p>
        </p:txBody>
      </p:sp>
      <p:sp>
        <p:nvSpPr>
          <p:cNvPr id="7" name="Rectangle 1"/>
          <p:cNvSpPr/>
          <p:nvPr/>
        </p:nvSpPr>
        <p:spPr>
          <a:xfrm>
            <a:off x="525799" y="1739441"/>
            <a:ext cx="8207886" cy="976999"/>
          </a:xfrm>
          <a:prstGeom prst="rect">
            <a:avLst/>
          </a:prstGeom>
        </p:spPr>
        <p:txBody>
          <a:bodyPr wrap="square">
            <a:spAutoFit/>
          </a:bodyPr>
          <a:lstStyle/>
          <a:p>
            <a:pPr marL="467995" indent="-342900" algn="just" defTabSz="914400">
              <a:lnSpc>
                <a:spcPct val="125000"/>
              </a:lnSpc>
              <a:spcBef>
                <a:spcPts val="600"/>
              </a:spcBef>
              <a:buClr>
                <a:srgbClr val="0033CC"/>
              </a:buClr>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sym typeface="+mn-ea"/>
              </a:rPr>
              <a:t>创新实践环节至少获得</a:t>
            </a:r>
            <a:r>
              <a:rPr lang="en-US" altLang="zh-CN" sz="2200" dirty="0">
                <a:latin typeface="微软雅黑" panose="020B0503020204020204" pitchFamily="34" charset="-122"/>
                <a:ea typeface="微软雅黑" panose="020B0503020204020204" pitchFamily="34" charset="-122"/>
                <a:sym typeface="+mn-ea"/>
              </a:rPr>
              <a:t>2</a:t>
            </a:r>
            <a:r>
              <a:rPr lang="zh-CN" altLang="en-US" sz="2200" dirty="0">
                <a:latin typeface="微软雅黑" panose="020B0503020204020204" pitchFamily="34" charset="-122"/>
                <a:ea typeface="微软雅黑" panose="020B0503020204020204" pitchFamily="34" charset="-122"/>
                <a:sym typeface="+mn-ea"/>
              </a:rPr>
              <a:t>学分</a:t>
            </a:r>
            <a:endParaRPr lang="en-US" altLang="zh-CN" sz="2200" dirty="0">
              <a:latin typeface="微软雅黑" panose="020B0503020204020204" pitchFamily="34" charset="-122"/>
              <a:ea typeface="微软雅黑" panose="020B0503020204020204" pitchFamily="34" charset="-122"/>
              <a:sym typeface="+mn-ea"/>
            </a:endParaRPr>
          </a:p>
          <a:p>
            <a:pPr marL="467995" indent="-342900" algn="just" defTabSz="914400">
              <a:lnSpc>
                <a:spcPct val="125000"/>
              </a:lnSpc>
              <a:spcBef>
                <a:spcPts val="600"/>
              </a:spcBef>
              <a:buClr>
                <a:srgbClr val="0033CC"/>
              </a:buClr>
              <a:buFont typeface="Wingdings" panose="05000000000000000000" pitchFamily="2" charset="2"/>
              <a:buChar char="Ø"/>
            </a:pPr>
            <a:r>
              <a:rPr lang="en-US" altLang="zh-CN" sz="2200" dirty="0">
                <a:latin typeface="微软雅黑" panose="020B0503020204020204" pitchFamily="34" charset="-122"/>
                <a:ea typeface="微软雅黑" panose="020B0503020204020204" pitchFamily="34" charset="-122"/>
                <a:sym typeface="+mn-ea"/>
              </a:rPr>
              <a:t>SRTP</a:t>
            </a:r>
            <a:r>
              <a:rPr lang="zh-CN" altLang="en-US" sz="2200" dirty="0">
                <a:latin typeface="微软雅黑" panose="020B0503020204020204" pitchFamily="34" charset="-122"/>
                <a:ea typeface="微软雅黑" panose="020B0503020204020204" pitchFamily="34" charset="-122"/>
                <a:sym typeface="+mn-ea"/>
              </a:rPr>
              <a:t>项目结题可获得</a:t>
            </a:r>
            <a:r>
              <a:rPr lang="en-US" altLang="zh-CN" sz="2200" dirty="0">
                <a:latin typeface="微软雅黑" panose="020B0503020204020204" pitchFamily="34" charset="-122"/>
                <a:ea typeface="微软雅黑" panose="020B0503020204020204" pitchFamily="34" charset="-122"/>
                <a:sym typeface="+mn-ea"/>
              </a:rPr>
              <a:t>1</a:t>
            </a:r>
            <a:r>
              <a:rPr lang="zh-CN" altLang="en-US" sz="2200" dirty="0">
                <a:latin typeface="微软雅黑" panose="020B0503020204020204" pitchFamily="34" charset="-122"/>
                <a:ea typeface="微软雅黑" panose="020B0503020204020204" pitchFamily="34" charset="-122"/>
                <a:sym typeface="+mn-ea"/>
              </a:rPr>
              <a:t>个学分</a:t>
            </a:r>
            <a:endParaRPr lang="zh-CN" altLang="en-US" sz="2200" dirty="0">
              <a:latin typeface="微软雅黑" panose="020B0503020204020204" pitchFamily="34" charset="-122"/>
              <a:ea typeface="微软雅黑" panose="020B0503020204020204" pitchFamily="34" charset="-122"/>
              <a:sym typeface="+mn-ea"/>
            </a:endParaRPr>
          </a:p>
        </p:txBody>
      </p:sp>
      <p:pic>
        <p:nvPicPr>
          <p:cNvPr id="6" name="图片 5"/>
          <p:cNvPicPr>
            <a:picLocks noChangeAspect="1"/>
          </p:cNvPicPr>
          <p:nvPr/>
        </p:nvPicPr>
        <p:blipFill>
          <a:blip r:embed="rId1"/>
          <a:stretch>
            <a:fillRect/>
          </a:stretch>
        </p:blipFill>
        <p:spPr>
          <a:xfrm>
            <a:off x="612055" y="2997006"/>
            <a:ext cx="7322219" cy="2420055"/>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anim calcmode="lin" valueType="num">
                                      <p:cBhvr>
                                        <p:cTn id="8" dur="500" fill="hold"/>
                                        <p:tgtEl>
                                          <p:spTgt spid="14"/>
                                        </p:tgtEl>
                                        <p:attrNameLst>
                                          <p:attrName>ppt_x</p:attrName>
                                        </p:attrNameLst>
                                      </p:cBhvr>
                                      <p:tavLst>
                                        <p:tav tm="0">
                                          <p:val>
                                            <p:strVal val="#ppt_x"/>
                                          </p:val>
                                        </p:tav>
                                        <p:tav tm="100000">
                                          <p:val>
                                            <p:strVal val="#ppt_x"/>
                                          </p:val>
                                        </p:tav>
                                      </p:tavLst>
                                    </p:anim>
                                    <p:anim calcmode="lin" valueType="num">
                                      <p:cBhvr>
                                        <p:cTn id="9"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500"/>
                                        <p:tgtEl>
                                          <p:spTgt spid="7"/>
                                        </p:tgtEl>
                                      </p:cBhvr>
                                    </p:animEffect>
                                    <p:anim calcmode="lin" valueType="num">
                                      <p:cBhvr>
                                        <p:cTn id="15" dur="500" fill="hold"/>
                                        <p:tgtEl>
                                          <p:spTgt spid="7"/>
                                        </p:tgtEl>
                                        <p:attrNameLst>
                                          <p:attrName>ppt_x</p:attrName>
                                        </p:attrNameLst>
                                      </p:cBhvr>
                                      <p:tavLst>
                                        <p:tav tm="0">
                                          <p:val>
                                            <p:strVal val="#ppt_x"/>
                                          </p:val>
                                        </p:tav>
                                        <p:tav tm="100000">
                                          <p:val>
                                            <p:strVal val="#ppt_x"/>
                                          </p:val>
                                        </p:tav>
                                      </p:tavLst>
                                    </p:anim>
                                    <p:anim calcmode="lin" valueType="num">
                                      <p:cBhvr>
                                        <p:cTn id="16" dur="5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Box 3"/>
          <p:cNvSpPr>
            <a:spLocks noChangeArrowheads="1"/>
          </p:cNvSpPr>
          <p:nvPr/>
        </p:nvSpPr>
        <p:spPr bwMode="auto">
          <a:xfrm>
            <a:off x="273642" y="1095377"/>
            <a:ext cx="8712200" cy="521706"/>
          </a:xfrm>
          <a:prstGeom prst="roundRect">
            <a:avLst>
              <a:gd name="adj" fmla="val 3278"/>
            </a:avLst>
          </a:prstGeom>
          <a:noFill/>
          <a:ln w="9525">
            <a:noFill/>
            <a:round/>
          </a:ln>
          <a:extLst>
            <a:ext uri="{909E8E84-426E-40DD-AFC4-6F175D3DCCD1}">
              <a14:hiddenFill xmlns:a14="http://schemas.microsoft.com/office/drawing/2010/main">
                <a:solidFill>
                  <a:srgbClr val="FFFFFF"/>
                </a:solidFill>
              </a14:hiddenFill>
            </a:ext>
          </a:extLst>
        </p:spPr>
        <p:txBody>
          <a:bodyPr>
            <a:spAutoFit/>
          </a:bodyPr>
          <a:lstStyle>
            <a:lvl1pPr marL="342900" indent="-342900">
              <a:defRPr b="1">
                <a:solidFill>
                  <a:schemeClr val="tx1"/>
                </a:solidFill>
                <a:latin typeface="Calibri" panose="020F0502020204030204" pitchFamily="34" charset="0"/>
                <a:ea typeface="宋体" panose="02010600030101010101" pitchFamily="2" charset="-122"/>
              </a:defRPr>
            </a:lvl1pPr>
            <a:lvl2pPr marL="742950" indent="-285750">
              <a:defRPr b="1">
                <a:solidFill>
                  <a:schemeClr val="tx1"/>
                </a:solidFill>
                <a:latin typeface="Calibri" panose="020F0502020204030204" pitchFamily="34" charset="0"/>
                <a:ea typeface="宋体" panose="02010600030101010101" pitchFamily="2" charset="-122"/>
              </a:defRPr>
            </a:lvl2pPr>
            <a:lvl3pPr marL="1143000" indent="-228600">
              <a:defRPr b="1">
                <a:solidFill>
                  <a:schemeClr val="tx1"/>
                </a:solidFill>
                <a:latin typeface="Calibri" panose="020F0502020204030204" pitchFamily="34" charset="0"/>
                <a:ea typeface="宋体" panose="02010600030101010101" pitchFamily="2" charset="-122"/>
              </a:defRPr>
            </a:lvl3pPr>
            <a:lvl4pPr marL="1600200" indent="-228600">
              <a:defRPr b="1">
                <a:solidFill>
                  <a:schemeClr val="tx1"/>
                </a:solidFill>
                <a:latin typeface="Calibri" panose="020F0502020204030204" pitchFamily="34" charset="0"/>
                <a:ea typeface="宋体" panose="02010600030101010101" pitchFamily="2" charset="-122"/>
              </a:defRPr>
            </a:lvl4pPr>
            <a:lvl5pPr marL="2057400" indent="-228600">
              <a:defRPr b="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Calibri" panose="020F0502020204030204" pitchFamily="34" charset="0"/>
                <a:ea typeface="宋体" panose="02010600030101010101" pitchFamily="2" charset="-122"/>
              </a:defRPr>
            </a:lvl9pPr>
          </a:lstStyle>
          <a:p>
            <a:pPr defTabSz="914400" eaLnBrk="1" hangingPunct="1">
              <a:lnSpc>
                <a:spcPct val="125000"/>
              </a:lnSpc>
              <a:spcBef>
                <a:spcPts val="1200"/>
              </a:spcBef>
              <a:buClr>
                <a:srgbClr val="0070C0"/>
              </a:buClr>
              <a:buFont typeface="Wingdings" panose="05000000000000000000" pitchFamily="2" charset="2"/>
              <a:buChar char="q"/>
            </a:pPr>
            <a:r>
              <a:rPr lang="zh-CN" altLang="en-US" sz="2400" dirty="0">
                <a:latin typeface="微软雅黑" panose="020B0503020204020204" pitchFamily="34" charset="-122"/>
                <a:ea typeface="微软雅黑" panose="020B0503020204020204" pitchFamily="34" charset="-122"/>
                <a:sym typeface="+mn-ea"/>
              </a:rPr>
              <a:t>额外“奖励”</a:t>
            </a:r>
            <a:endParaRPr lang="en-US" altLang="zh-CN" sz="2400" dirty="0">
              <a:latin typeface="微软雅黑" panose="020B0503020204020204" pitchFamily="34" charset="-122"/>
              <a:ea typeface="微软雅黑" panose="020B0503020204020204" pitchFamily="34" charset="-122"/>
            </a:endParaRPr>
          </a:p>
        </p:txBody>
      </p:sp>
      <p:sp>
        <p:nvSpPr>
          <p:cNvPr id="3" name="文本框 6"/>
          <p:cNvSpPr txBox="1"/>
          <p:nvPr/>
        </p:nvSpPr>
        <p:spPr>
          <a:xfrm>
            <a:off x="271463" y="324798"/>
            <a:ext cx="4588533" cy="523220"/>
          </a:xfrm>
          <a:prstGeom prst="rect">
            <a:avLst/>
          </a:prstGeom>
          <a:solidFill>
            <a:srgbClr val="075C8E"/>
          </a:solidFill>
          <a:ln w="9525">
            <a:noFill/>
          </a:ln>
        </p:spPr>
        <p:txBody>
          <a:bodyPr wrap="square" anchor="ctr">
            <a:spAutoFit/>
          </a:bodyPr>
          <a:lstStyle/>
          <a:p>
            <a:pPr>
              <a:spcBef>
                <a:spcPts val="600"/>
              </a:spcBef>
              <a:spcAft>
                <a:spcPts val="600"/>
              </a:spcAft>
            </a:pPr>
            <a:r>
              <a:rPr lang="zh-CN" altLang="en-US" sz="2800" b="1" dirty="0">
                <a:solidFill>
                  <a:schemeClr val="bg1"/>
                </a:solidFill>
                <a:latin typeface="黑体" panose="02010609060101010101" pitchFamily="49" charset="-122"/>
                <a:ea typeface="黑体" panose="02010609060101010101" pitchFamily="49" charset="-122"/>
              </a:rPr>
              <a:t>为什么要参加科研创新项目</a:t>
            </a:r>
            <a:endParaRPr lang="zh-CN" altLang="en-US" sz="2800" b="1" dirty="0">
              <a:solidFill>
                <a:schemeClr val="bg1"/>
              </a:solidFill>
              <a:latin typeface="黑体" panose="02010609060101010101" pitchFamily="49" charset="-122"/>
              <a:ea typeface="黑体" panose="02010609060101010101" pitchFamily="49" charset="-122"/>
            </a:endParaRPr>
          </a:p>
        </p:txBody>
      </p:sp>
      <p:sp>
        <p:nvSpPr>
          <p:cNvPr id="2" name="Rectangle 1"/>
          <p:cNvSpPr/>
          <p:nvPr/>
        </p:nvSpPr>
        <p:spPr>
          <a:xfrm>
            <a:off x="540056" y="1701024"/>
            <a:ext cx="6315153" cy="1977273"/>
          </a:xfrm>
          <a:prstGeom prst="rect">
            <a:avLst/>
          </a:prstGeom>
        </p:spPr>
        <p:txBody>
          <a:bodyPr wrap="square">
            <a:spAutoFit/>
          </a:bodyPr>
          <a:lstStyle/>
          <a:p>
            <a:pPr marL="467995" indent="-342900" algn="just" defTabSz="914400">
              <a:lnSpc>
                <a:spcPct val="125000"/>
              </a:lnSpc>
              <a:spcBef>
                <a:spcPts val="600"/>
              </a:spcBef>
              <a:buClr>
                <a:srgbClr val="0033CC"/>
              </a:buClr>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sym typeface="+mn-ea"/>
              </a:rPr>
              <a:t>奖学金</a:t>
            </a:r>
            <a:endParaRPr lang="en-US" altLang="zh-CN" sz="2200" dirty="0">
              <a:latin typeface="微软雅黑" panose="020B0503020204020204" pitchFamily="34" charset="-122"/>
              <a:ea typeface="微软雅黑" panose="020B0503020204020204" pitchFamily="34" charset="-122"/>
              <a:sym typeface="+mn-ea"/>
            </a:endParaRPr>
          </a:p>
          <a:p>
            <a:pPr marL="467995" indent="-342900" algn="just" defTabSz="914400">
              <a:lnSpc>
                <a:spcPct val="125000"/>
              </a:lnSpc>
              <a:spcBef>
                <a:spcPts val="600"/>
              </a:spcBef>
              <a:buClr>
                <a:srgbClr val="0033CC"/>
              </a:buClr>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sym typeface="+mn-ea"/>
              </a:rPr>
              <a:t>推免资格</a:t>
            </a:r>
            <a:endParaRPr lang="en-US" altLang="zh-CN" sz="2200" dirty="0">
              <a:latin typeface="微软雅黑" panose="020B0503020204020204" pitchFamily="34" charset="-122"/>
              <a:ea typeface="微软雅黑" panose="020B0503020204020204" pitchFamily="34" charset="-122"/>
              <a:sym typeface="+mn-ea"/>
            </a:endParaRPr>
          </a:p>
          <a:p>
            <a:pPr marL="467995" indent="-342900" algn="just" defTabSz="914400">
              <a:lnSpc>
                <a:spcPct val="125000"/>
              </a:lnSpc>
              <a:spcBef>
                <a:spcPts val="600"/>
              </a:spcBef>
              <a:buClr>
                <a:srgbClr val="0033CC"/>
              </a:buClr>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sym typeface="+mn-ea"/>
              </a:rPr>
              <a:t>高层次人脉资源</a:t>
            </a:r>
            <a:endParaRPr lang="en-US" altLang="zh-CN" sz="2200" dirty="0">
              <a:latin typeface="微软雅黑" panose="020B0503020204020204" pitchFamily="34" charset="-122"/>
              <a:ea typeface="微软雅黑" panose="020B0503020204020204" pitchFamily="34" charset="-122"/>
              <a:sym typeface="+mn-ea"/>
            </a:endParaRPr>
          </a:p>
          <a:p>
            <a:pPr marL="467995" indent="-342900" algn="just" defTabSz="914400">
              <a:lnSpc>
                <a:spcPct val="125000"/>
              </a:lnSpc>
              <a:spcBef>
                <a:spcPts val="600"/>
              </a:spcBef>
              <a:buClr>
                <a:srgbClr val="0033CC"/>
              </a:buClr>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sym typeface="+mn-ea"/>
              </a:rPr>
              <a:t>丰富简历</a:t>
            </a:r>
            <a:endParaRPr lang="en-US" altLang="zh-CN" sz="2200" dirty="0">
              <a:latin typeface="微软雅黑" panose="020B0503020204020204" pitchFamily="34" charset="-122"/>
              <a:ea typeface="微软雅黑" panose="020B0503020204020204" pitchFamily="34" charset="-122"/>
              <a:sym typeface="+mn-ea"/>
            </a:endParaRPr>
          </a:p>
        </p:txBody>
      </p:sp>
      <p:graphicFrame>
        <p:nvGraphicFramePr>
          <p:cNvPr id="6" name="表格 5"/>
          <p:cNvGraphicFramePr>
            <a:graphicFrameLocks noGrp="1"/>
          </p:cNvGraphicFramePr>
          <p:nvPr/>
        </p:nvGraphicFramePr>
        <p:xfrm>
          <a:off x="684054" y="3904756"/>
          <a:ext cx="7775892" cy="2504440"/>
        </p:xfrm>
        <a:graphic>
          <a:graphicData uri="http://schemas.openxmlformats.org/drawingml/2006/table">
            <a:tbl>
              <a:tblPr firstRow="1" bandRow="1">
                <a:tableStyleId>{5C22544A-7EE6-4342-B048-85BDC9FD1C3A}</a:tableStyleId>
              </a:tblPr>
              <a:tblGrid>
                <a:gridCol w="6290609"/>
                <a:gridCol w="1485283"/>
              </a:tblGrid>
              <a:tr h="370840">
                <a:tc>
                  <a:txBody>
                    <a:bodyPr/>
                    <a:lstStyle/>
                    <a:p>
                      <a:r>
                        <a:rPr lang="zh-CN" altLang="en-US" dirty="0"/>
                        <a:t>奖励事项</a:t>
                      </a:r>
                      <a:endParaRPr lang="zh-CN" altLang="en-US" dirty="0"/>
                    </a:p>
                  </a:txBody>
                  <a:tcPr/>
                </a:tc>
                <a:tc>
                  <a:txBody>
                    <a:bodyPr/>
                    <a:lstStyle/>
                    <a:p>
                      <a:r>
                        <a:rPr lang="zh-CN" altLang="en-US" dirty="0"/>
                        <a:t>奖励分值</a:t>
                      </a:r>
                      <a:endParaRPr lang="zh-CN" altLang="en-US" dirty="0"/>
                    </a:p>
                  </a:txBody>
                  <a:tcPr/>
                </a:tc>
              </a:tr>
              <a:tr h="370840">
                <a:tc>
                  <a:txBody>
                    <a:bodyPr/>
                    <a:lstStyle/>
                    <a:p>
                      <a:pPr algn="l"/>
                      <a:r>
                        <a:rPr lang="zh-CN" altLang="zh-CN" sz="1600" kern="100" dirty="0">
                          <a:solidFill>
                            <a:schemeClr val="dk1"/>
                          </a:solidFill>
                          <a:effectLst/>
                          <a:latin typeface="Times New Roman" panose="02020603050405020304" pitchFamily="18" charset="0"/>
                          <a:ea typeface="+mn-ea"/>
                          <a:cs typeface="+mn-cs"/>
                        </a:rPr>
                        <a:t>公开发表纳入学校科研高水平学术论文奖励范围论文（</a:t>
                      </a:r>
                      <a:r>
                        <a:rPr lang="en-US" altLang="zh-CN" sz="1600" kern="100" dirty="0">
                          <a:solidFill>
                            <a:schemeClr val="dk1"/>
                          </a:solidFill>
                          <a:effectLst/>
                          <a:latin typeface="Times New Roman" panose="02020603050405020304" pitchFamily="18" charset="0"/>
                          <a:ea typeface="+mn-ea"/>
                          <a:cs typeface="+mn-cs"/>
                        </a:rPr>
                        <a:t>SCIE/SSCI/A&amp;HCI/</a:t>
                      </a:r>
                      <a:r>
                        <a:rPr lang="zh-CN" altLang="zh-CN" sz="1600" kern="100" dirty="0">
                          <a:solidFill>
                            <a:schemeClr val="dk1"/>
                          </a:solidFill>
                          <a:effectLst/>
                          <a:latin typeface="Times New Roman" panose="02020603050405020304" pitchFamily="18" charset="0"/>
                          <a:ea typeface="+mn-ea"/>
                          <a:cs typeface="+mn-cs"/>
                        </a:rPr>
                        <a:t>权威社科期刊论文）的第一作者，且作者署名单位为重庆大学的</a:t>
                      </a:r>
                      <a:endParaRPr lang="zh-CN" altLang="en-US" sz="1600" kern="100" dirty="0">
                        <a:solidFill>
                          <a:schemeClr val="dk1"/>
                        </a:solidFill>
                        <a:effectLst/>
                        <a:latin typeface="Times New Roman" panose="02020603050405020304" pitchFamily="18" charset="0"/>
                        <a:cs typeface="+mn-cs"/>
                      </a:endParaRPr>
                    </a:p>
                  </a:txBody>
                  <a:tcPr/>
                </a:tc>
                <a:tc>
                  <a:txBody>
                    <a:bodyPr/>
                    <a:lstStyle/>
                    <a:p>
                      <a:pPr algn="ctr"/>
                      <a:r>
                        <a:rPr lang="en-US" altLang="zh-CN" sz="1600" kern="100" dirty="0">
                          <a:solidFill>
                            <a:schemeClr val="dk1"/>
                          </a:solidFill>
                          <a:effectLst/>
                          <a:latin typeface="Times New Roman" panose="02020603050405020304" pitchFamily="18" charset="0"/>
                          <a:cs typeface="+mn-cs"/>
                        </a:rPr>
                        <a:t>0.15</a:t>
                      </a:r>
                      <a:endParaRPr lang="zh-CN" altLang="en-US" sz="1600" kern="100" dirty="0">
                        <a:solidFill>
                          <a:schemeClr val="dk1"/>
                        </a:solidFill>
                        <a:effectLst/>
                        <a:latin typeface="Times New Roman" panose="02020603050405020304" pitchFamily="18" charset="0"/>
                        <a:cs typeface="+mn-cs"/>
                      </a:endParaRPr>
                    </a:p>
                  </a:txBody>
                  <a:tcPr/>
                </a:tc>
              </a:tr>
              <a:tr h="213360">
                <a:tc>
                  <a:txBody>
                    <a:bodyPr/>
                    <a:lstStyle/>
                    <a:p>
                      <a:pPr algn="l"/>
                      <a:r>
                        <a:rPr lang="zh-CN" altLang="zh-CN" sz="1600" kern="100" dirty="0">
                          <a:solidFill>
                            <a:schemeClr val="dk1"/>
                          </a:solidFill>
                          <a:effectLst/>
                          <a:latin typeface="Times New Roman" panose="02020603050405020304" pitchFamily="18" charset="0"/>
                          <a:ea typeface="+mn-ea"/>
                          <a:cs typeface="+mn-cs"/>
                        </a:rPr>
                        <a:t>在校期间获发明专利授权</a:t>
                      </a:r>
                      <a:r>
                        <a:rPr lang="en-US" altLang="zh-CN" sz="1600" kern="100" dirty="0">
                          <a:solidFill>
                            <a:schemeClr val="dk1"/>
                          </a:solidFill>
                          <a:effectLst/>
                          <a:latin typeface="Times New Roman" panose="02020603050405020304" pitchFamily="18" charset="0"/>
                          <a:ea typeface="+mn-ea"/>
                          <a:cs typeface="+mn-cs"/>
                        </a:rPr>
                        <a:t>(</a:t>
                      </a:r>
                      <a:r>
                        <a:rPr lang="zh-CN" altLang="zh-CN" sz="1600" kern="100" dirty="0">
                          <a:solidFill>
                            <a:schemeClr val="dk1"/>
                          </a:solidFill>
                          <a:effectLst/>
                          <a:latin typeface="Times New Roman" panose="02020603050405020304" pitchFamily="18" charset="0"/>
                          <a:ea typeface="+mn-ea"/>
                          <a:cs typeface="+mn-cs"/>
                        </a:rPr>
                        <a:t>限前</a:t>
                      </a:r>
                      <a:r>
                        <a:rPr lang="en-US" altLang="zh-CN" sz="1600" kern="100" dirty="0">
                          <a:solidFill>
                            <a:schemeClr val="dk1"/>
                          </a:solidFill>
                          <a:effectLst/>
                          <a:latin typeface="Times New Roman" panose="02020603050405020304" pitchFamily="18" charset="0"/>
                          <a:ea typeface="+mn-ea"/>
                          <a:cs typeface="+mn-cs"/>
                        </a:rPr>
                        <a:t>2</a:t>
                      </a:r>
                      <a:r>
                        <a:rPr lang="zh-CN" altLang="zh-CN" sz="1600" kern="100" dirty="0">
                          <a:solidFill>
                            <a:schemeClr val="dk1"/>
                          </a:solidFill>
                          <a:effectLst/>
                          <a:latin typeface="Times New Roman" panose="02020603050405020304" pitchFamily="18" charset="0"/>
                          <a:ea typeface="+mn-ea"/>
                          <a:cs typeface="+mn-cs"/>
                        </a:rPr>
                        <a:t>名持证书者，前</a:t>
                      </a:r>
                      <a:r>
                        <a:rPr lang="en-US" altLang="zh-CN" sz="1600" kern="100" dirty="0">
                          <a:solidFill>
                            <a:schemeClr val="dk1"/>
                          </a:solidFill>
                          <a:effectLst/>
                          <a:latin typeface="Times New Roman" panose="02020603050405020304" pitchFamily="18" charset="0"/>
                          <a:ea typeface="+mn-ea"/>
                          <a:cs typeface="+mn-cs"/>
                        </a:rPr>
                        <a:t>4</a:t>
                      </a:r>
                      <a:r>
                        <a:rPr lang="zh-CN" altLang="zh-CN" sz="1600" kern="100" dirty="0">
                          <a:solidFill>
                            <a:schemeClr val="dk1"/>
                          </a:solidFill>
                          <a:effectLst/>
                          <a:latin typeface="Times New Roman" panose="02020603050405020304" pitchFamily="18" charset="0"/>
                          <a:ea typeface="+mn-ea"/>
                          <a:cs typeface="+mn-cs"/>
                        </a:rPr>
                        <a:t>名持证书者减半加分</a:t>
                      </a:r>
                      <a:r>
                        <a:rPr lang="en-US" altLang="zh-CN" sz="1600" kern="100" dirty="0">
                          <a:solidFill>
                            <a:schemeClr val="dk1"/>
                          </a:solidFill>
                          <a:effectLst/>
                          <a:latin typeface="Times New Roman" panose="02020603050405020304" pitchFamily="18" charset="0"/>
                          <a:ea typeface="+mn-ea"/>
                          <a:cs typeface="+mn-cs"/>
                        </a:rPr>
                        <a:t>)</a:t>
                      </a:r>
                      <a:endParaRPr lang="zh-CN" altLang="en-US" sz="1600" kern="100" dirty="0">
                        <a:solidFill>
                          <a:schemeClr val="dk1"/>
                        </a:solidFill>
                        <a:effectLst/>
                        <a:latin typeface="Times New Roman" panose="02020603050405020304" pitchFamily="18" charset="0"/>
                        <a:cs typeface="+mn-cs"/>
                      </a:endParaRPr>
                    </a:p>
                  </a:txBody>
                  <a:tcPr/>
                </a:tc>
                <a:tc>
                  <a:txBody>
                    <a:bodyPr/>
                    <a:lstStyle/>
                    <a:p>
                      <a:pPr algn="ctr"/>
                      <a:r>
                        <a:rPr lang="en-US" altLang="zh-CN" sz="1600" kern="100" dirty="0">
                          <a:solidFill>
                            <a:schemeClr val="dk1"/>
                          </a:solidFill>
                          <a:effectLst/>
                          <a:latin typeface="Times New Roman" panose="02020603050405020304" pitchFamily="18" charset="0"/>
                          <a:ea typeface="+mn-ea"/>
                          <a:cs typeface="+mn-cs"/>
                        </a:rPr>
                        <a:t>0.15</a:t>
                      </a:r>
                      <a:endParaRPr lang="zh-CN" altLang="en-US" sz="1600" kern="100" dirty="0">
                        <a:solidFill>
                          <a:schemeClr val="dk1"/>
                        </a:solidFill>
                        <a:effectLst/>
                        <a:latin typeface="Times New Roman" panose="02020603050405020304" pitchFamily="18" charset="0"/>
                        <a:cs typeface="+mn-cs"/>
                      </a:endParaRPr>
                    </a:p>
                  </a:txBody>
                  <a:tcPr/>
                </a:tc>
              </a:tr>
              <a:tr h="213360">
                <a:tc>
                  <a:txBody>
                    <a:bodyPr/>
                    <a:lstStyle/>
                    <a:p>
                      <a:pPr algn="l"/>
                      <a:r>
                        <a:rPr lang="zh-CN" sz="1600" kern="100" dirty="0">
                          <a:effectLst/>
                          <a:latin typeface="Times New Roman" panose="02020603050405020304" pitchFamily="18" charset="0"/>
                          <a:ea typeface="仿宋_GB2312" panose="02010609030101010101" charset="-122"/>
                        </a:rPr>
                        <a:t>国家级大学生创新创业训练计划项目验收成绩为优秀的项目组成员</a:t>
                      </a:r>
                      <a:endParaRPr lang="zh-CN" sz="1600"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r>
                        <a:rPr lang="en-US" sz="1600" kern="100" dirty="0">
                          <a:effectLst/>
                          <a:latin typeface="Times New Roman" panose="02020603050405020304" pitchFamily="18" charset="0"/>
                          <a:ea typeface="仿宋_GB2312" panose="02010609030101010101" charset="-122"/>
                        </a:rPr>
                        <a:t>0.08</a:t>
                      </a:r>
                      <a:endParaRPr lang="zh-CN" sz="1600" kern="100" dirty="0">
                        <a:effectLst/>
                        <a:latin typeface="Times New Roman" panose="02020603050405020304" pitchFamily="18" charset="0"/>
                        <a:ea typeface="宋体" panose="02010600030101010101" pitchFamily="2" charset="-122"/>
                      </a:endParaRPr>
                    </a:p>
                  </a:txBody>
                  <a:tcPr marL="68580" marR="68580" marT="0" marB="0" anchor="ctr"/>
                </a:tc>
              </a:tr>
              <a:tr h="0">
                <a:tc>
                  <a:txBody>
                    <a:bodyPr/>
                    <a:lstStyle/>
                    <a:p>
                      <a:pPr algn="l"/>
                      <a:r>
                        <a:rPr lang="zh-CN" sz="1600" kern="100">
                          <a:effectLst/>
                          <a:latin typeface="Times New Roman" panose="02020603050405020304" pitchFamily="18" charset="0"/>
                          <a:ea typeface="仿宋_GB2312" panose="02010609030101010101" charset="-122"/>
                        </a:rPr>
                        <a:t>重庆市大学生创新训练项目验收成绩为优秀的项目组成员</a:t>
                      </a:r>
                      <a:endParaRPr lang="zh-CN" sz="1600" kern="10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r>
                        <a:rPr lang="en-US" sz="1600" kern="100">
                          <a:effectLst/>
                          <a:latin typeface="Times New Roman" panose="02020603050405020304" pitchFamily="18" charset="0"/>
                          <a:ea typeface="仿宋_GB2312" panose="02010609030101010101" charset="-122"/>
                        </a:rPr>
                        <a:t>0.05</a:t>
                      </a:r>
                      <a:endParaRPr lang="zh-CN" sz="1600" kern="100">
                        <a:effectLst/>
                        <a:latin typeface="Times New Roman" panose="02020603050405020304" pitchFamily="18" charset="0"/>
                        <a:ea typeface="宋体" panose="02010600030101010101" pitchFamily="2" charset="-122"/>
                      </a:endParaRPr>
                    </a:p>
                  </a:txBody>
                  <a:tcPr marL="68580" marR="68580" marT="0" marB="0" anchor="ctr"/>
                </a:tc>
              </a:tr>
              <a:tr h="213360">
                <a:tc>
                  <a:txBody>
                    <a:bodyPr/>
                    <a:lstStyle/>
                    <a:p>
                      <a:pPr algn="l"/>
                      <a:r>
                        <a:rPr lang="zh-CN" sz="1600" u="wavy" kern="100" dirty="0">
                          <a:effectLst/>
                          <a:uFill>
                            <a:solidFill>
                              <a:srgbClr val="FF0000"/>
                            </a:solidFill>
                          </a:uFill>
                          <a:latin typeface="Times New Roman" panose="02020603050405020304" pitchFamily="18" charset="0"/>
                          <a:ea typeface="仿宋_GB2312" panose="02010609030101010101" charset="-122"/>
                        </a:rPr>
                        <a:t>重庆大学大学生科研训练计划优秀项目一等奖</a:t>
                      </a:r>
                      <a:endParaRPr lang="zh-CN" sz="1600" kern="100" dirty="0">
                        <a:effectLst/>
                        <a:latin typeface="Times New Roman" panose="02020603050405020304" pitchFamily="18" charset="0"/>
                        <a:ea typeface="宋体" panose="02010600030101010101" pitchFamily="2" charset="-122"/>
                      </a:endParaRPr>
                    </a:p>
                  </a:txBody>
                  <a:tcPr marL="68580" marR="68580" marT="0" marB="0" anchor="ctr"/>
                </a:tc>
                <a:tc>
                  <a:txBody>
                    <a:bodyPr/>
                    <a:lstStyle/>
                    <a:p>
                      <a:pPr algn="ctr"/>
                      <a:r>
                        <a:rPr lang="en-US" sz="1600" kern="100" dirty="0">
                          <a:effectLst/>
                          <a:latin typeface="Times New Roman" panose="02020603050405020304" pitchFamily="18" charset="0"/>
                          <a:ea typeface="仿宋_GB2312" panose="02010609030101010101" charset="-122"/>
                        </a:rPr>
                        <a:t>0.03</a:t>
                      </a:r>
                      <a:endParaRPr lang="zh-CN" sz="1600" kern="100" dirty="0">
                        <a:effectLst/>
                        <a:latin typeface="Times New Roman" panose="02020603050405020304" pitchFamily="18" charset="0"/>
                        <a:ea typeface="宋体" panose="02010600030101010101" pitchFamily="2" charset="-122"/>
                      </a:endParaRPr>
                    </a:p>
                  </a:txBody>
                  <a:tcPr marL="68580" marR="68580" marT="0" marB="0" anchor="ctr"/>
                </a:tc>
              </a:tr>
            </a:tbl>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anim calcmode="lin" valueType="num">
                                      <p:cBhvr>
                                        <p:cTn id="8" dur="500" fill="hold"/>
                                        <p:tgtEl>
                                          <p:spTgt spid="14"/>
                                        </p:tgtEl>
                                        <p:attrNameLst>
                                          <p:attrName>ppt_x</p:attrName>
                                        </p:attrNameLst>
                                      </p:cBhvr>
                                      <p:tavLst>
                                        <p:tav tm="0">
                                          <p:val>
                                            <p:strVal val="#ppt_x"/>
                                          </p:val>
                                        </p:tav>
                                        <p:tav tm="100000">
                                          <p:val>
                                            <p:strVal val="#ppt_x"/>
                                          </p:val>
                                        </p:tav>
                                      </p:tavLst>
                                    </p:anim>
                                    <p:anim calcmode="lin" valueType="num">
                                      <p:cBhvr>
                                        <p:cTn id="9"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500"/>
                                        <p:tgtEl>
                                          <p:spTgt spid="2"/>
                                        </p:tgtEl>
                                      </p:cBhvr>
                                    </p:animEffect>
                                    <p:anim calcmode="lin" valueType="num">
                                      <p:cBhvr>
                                        <p:cTn id="15" dur="500" fill="hold"/>
                                        <p:tgtEl>
                                          <p:spTgt spid="2"/>
                                        </p:tgtEl>
                                        <p:attrNameLst>
                                          <p:attrName>ppt_x</p:attrName>
                                        </p:attrNameLst>
                                      </p:cBhvr>
                                      <p:tavLst>
                                        <p:tav tm="0">
                                          <p:val>
                                            <p:strVal val="#ppt_x"/>
                                          </p:val>
                                        </p:tav>
                                        <p:tav tm="100000">
                                          <p:val>
                                            <p:strVal val="#ppt_x"/>
                                          </p:val>
                                        </p:tav>
                                      </p:tavLst>
                                    </p:anim>
                                    <p:anim calcmode="lin" valueType="num">
                                      <p:cBhvr>
                                        <p:cTn id="16" dur="5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Box 3"/>
          <p:cNvSpPr>
            <a:spLocks noChangeArrowheads="1"/>
          </p:cNvSpPr>
          <p:nvPr/>
        </p:nvSpPr>
        <p:spPr bwMode="auto">
          <a:xfrm>
            <a:off x="273642" y="1095377"/>
            <a:ext cx="8712200" cy="521706"/>
          </a:xfrm>
          <a:prstGeom prst="roundRect">
            <a:avLst>
              <a:gd name="adj" fmla="val 3278"/>
            </a:avLst>
          </a:prstGeom>
          <a:noFill/>
          <a:ln w="9525">
            <a:noFill/>
            <a:round/>
          </a:ln>
          <a:extLst>
            <a:ext uri="{909E8E84-426E-40DD-AFC4-6F175D3DCCD1}">
              <a14:hiddenFill xmlns:a14="http://schemas.microsoft.com/office/drawing/2010/main">
                <a:solidFill>
                  <a:srgbClr val="FFFFFF"/>
                </a:solidFill>
              </a14:hiddenFill>
            </a:ext>
          </a:extLst>
        </p:spPr>
        <p:txBody>
          <a:bodyPr>
            <a:spAutoFit/>
          </a:bodyPr>
          <a:lstStyle>
            <a:lvl1pPr marL="342900" indent="-342900">
              <a:defRPr b="1">
                <a:solidFill>
                  <a:schemeClr val="tx1"/>
                </a:solidFill>
                <a:latin typeface="Calibri" panose="020F0502020204030204" pitchFamily="34" charset="0"/>
                <a:ea typeface="宋体" panose="02010600030101010101" pitchFamily="2" charset="-122"/>
              </a:defRPr>
            </a:lvl1pPr>
            <a:lvl2pPr marL="742950" indent="-285750">
              <a:defRPr b="1">
                <a:solidFill>
                  <a:schemeClr val="tx1"/>
                </a:solidFill>
                <a:latin typeface="Calibri" panose="020F0502020204030204" pitchFamily="34" charset="0"/>
                <a:ea typeface="宋体" panose="02010600030101010101" pitchFamily="2" charset="-122"/>
              </a:defRPr>
            </a:lvl2pPr>
            <a:lvl3pPr marL="1143000" indent="-228600">
              <a:defRPr b="1">
                <a:solidFill>
                  <a:schemeClr val="tx1"/>
                </a:solidFill>
                <a:latin typeface="Calibri" panose="020F0502020204030204" pitchFamily="34" charset="0"/>
                <a:ea typeface="宋体" panose="02010600030101010101" pitchFamily="2" charset="-122"/>
              </a:defRPr>
            </a:lvl3pPr>
            <a:lvl4pPr marL="1600200" indent="-228600">
              <a:defRPr b="1">
                <a:solidFill>
                  <a:schemeClr val="tx1"/>
                </a:solidFill>
                <a:latin typeface="Calibri" panose="020F0502020204030204" pitchFamily="34" charset="0"/>
                <a:ea typeface="宋体" panose="02010600030101010101" pitchFamily="2" charset="-122"/>
              </a:defRPr>
            </a:lvl4pPr>
            <a:lvl5pPr marL="2057400" indent="-228600">
              <a:defRPr b="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Calibri" panose="020F0502020204030204" pitchFamily="34" charset="0"/>
                <a:ea typeface="宋体" panose="02010600030101010101" pitchFamily="2" charset="-122"/>
              </a:defRPr>
            </a:lvl9pPr>
          </a:lstStyle>
          <a:p>
            <a:pPr defTabSz="914400" eaLnBrk="1" hangingPunct="1">
              <a:lnSpc>
                <a:spcPct val="125000"/>
              </a:lnSpc>
              <a:spcBef>
                <a:spcPts val="1200"/>
              </a:spcBef>
              <a:buClr>
                <a:srgbClr val="0070C0"/>
              </a:buClr>
              <a:buFont typeface="Wingdings" panose="05000000000000000000" pitchFamily="2" charset="2"/>
              <a:buChar char="q"/>
            </a:pPr>
            <a:r>
              <a:rPr lang="zh-CN" altLang="en-US" sz="2400" dirty="0">
                <a:latin typeface="微软雅黑" panose="020B0503020204020204" pitchFamily="34" charset="-122"/>
                <a:ea typeface="微软雅黑" panose="020B0503020204020204" pitchFamily="34" charset="-122"/>
                <a:sym typeface="+mn-ea"/>
              </a:rPr>
              <a:t>拔尖人才培养</a:t>
            </a:r>
            <a:endParaRPr lang="en-US" altLang="zh-CN" sz="2400" dirty="0">
              <a:latin typeface="微软雅黑" panose="020B0503020204020204" pitchFamily="34" charset="-122"/>
              <a:ea typeface="微软雅黑" panose="020B0503020204020204" pitchFamily="34" charset="-122"/>
            </a:endParaRPr>
          </a:p>
        </p:txBody>
      </p:sp>
      <p:sp>
        <p:nvSpPr>
          <p:cNvPr id="3" name="文本框 6"/>
          <p:cNvSpPr txBox="1"/>
          <p:nvPr/>
        </p:nvSpPr>
        <p:spPr>
          <a:xfrm>
            <a:off x="271463" y="324798"/>
            <a:ext cx="4588533" cy="523220"/>
          </a:xfrm>
          <a:prstGeom prst="rect">
            <a:avLst/>
          </a:prstGeom>
          <a:solidFill>
            <a:srgbClr val="075C8E"/>
          </a:solidFill>
          <a:ln w="9525">
            <a:noFill/>
          </a:ln>
        </p:spPr>
        <p:txBody>
          <a:bodyPr wrap="square" anchor="ctr">
            <a:spAutoFit/>
          </a:bodyPr>
          <a:lstStyle/>
          <a:p>
            <a:pPr>
              <a:spcBef>
                <a:spcPts val="600"/>
              </a:spcBef>
              <a:spcAft>
                <a:spcPts val="600"/>
              </a:spcAft>
            </a:pPr>
            <a:r>
              <a:rPr lang="zh-CN" altLang="en-US" sz="2800" b="1" dirty="0">
                <a:solidFill>
                  <a:schemeClr val="bg1"/>
                </a:solidFill>
                <a:latin typeface="黑体" panose="02010609060101010101" pitchFamily="49" charset="-122"/>
                <a:ea typeface="黑体" panose="02010609060101010101" pitchFamily="49" charset="-122"/>
              </a:rPr>
              <a:t>为什么要参加科研创新项目</a:t>
            </a:r>
            <a:endParaRPr lang="zh-CN" altLang="en-US" sz="2800" b="1" dirty="0">
              <a:solidFill>
                <a:schemeClr val="bg1"/>
              </a:solidFill>
              <a:latin typeface="黑体" panose="02010609060101010101" pitchFamily="49" charset="-122"/>
              <a:ea typeface="黑体" panose="02010609060101010101" pitchFamily="49" charset="-122"/>
            </a:endParaRPr>
          </a:p>
        </p:txBody>
      </p:sp>
      <p:sp>
        <p:nvSpPr>
          <p:cNvPr id="2" name="Rectangle 1"/>
          <p:cNvSpPr/>
          <p:nvPr/>
        </p:nvSpPr>
        <p:spPr>
          <a:xfrm>
            <a:off x="540057" y="1701024"/>
            <a:ext cx="2447966" cy="1477136"/>
          </a:xfrm>
          <a:prstGeom prst="rect">
            <a:avLst/>
          </a:prstGeom>
        </p:spPr>
        <p:txBody>
          <a:bodyPr wrap="square">
            <a:spAutoFit/>
          </a:bodyPr>
          <a:lstStyle/>
          <a:p>
            <a:pPr marL="467995" indent="-342900" algn="just" defTabSz="914400">
              <a:lnSpc>
                <a:spcPct val="125000"/>
              </a:lnSpc>
              <a:spcBef>
                <a:spcPts val="600"/>
              </a:spcBef>
              <a:buClr>
                <a:srgbClr val="0033CC"/>
              </a:buClr>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sym typeface="+mn-ea"/>
              </a:rPr>
              <a:t>师出名门</a:t>
            </a:r>
            <a:endParaRPr lang="en-US" altLang="zh-CN" sz="2200" dirty="0">
              <a:latin typeface="微软雅黑" panose="020B0503020204020204" pitchFamily="34" charset="-122"/>
              <a:ea typeface="微软雅黑" panose="020B0503020204020204" pitchFamily="34" charset="-122"/>
              <a:sym typeface="+mn-ea"/>
            </a:endParaRPr>
          </a:p>
          <a:p>
            <a:pPr marL="467995" indent="-342900" algn="just" defTabSz="914400">
              <a:lnSpc>
                <a:spcPct val="125000"/>
              </a:lnSpc>
              <a:spcBef>
                <a:spcPts val="600"/>
              </a:spcBef>
              <a:buClr>
                <a:srgbClr val="0033CC"/>
              </a:buClr>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sym typeface="+mn-ea"/>
              </a:rPr>
              <a:t>学历高</a:t>
            </a:r>
            <a:endParaRPr lang="en-US" altLang="zh-CN" sz="2200" dirty="0">
              <a:latin typeface="微软雅黑" panose="020B0503020204020204" pitchFamily="34" charset="-122"/>
              <a:ea typeface="微软雅黑" panose="020B0503020204020204" pitchFamily="34" charset="-122"/>
              <a:sym typeface="+mn-ea"/>
            </a:endParaRPr>
          </a:p>
          <a:p>
            <a:pPr marL="467995" indent="-342900" algn="just" defTabSz="914400">
              <a:lnSpc>
                <a:spcPct val="125000"/>
              </a:lnSpc>
              <a:spcBef>
                <a:spcPts val="600"/>
              </a:spcBef>
              <a:buClr>
                <a:srgbClr val="0033CC"/>
              </a:buClr>
              <a:buFont typeface="Wingdings" panose="05000000000000000000" pitchFamily="2" charset="2"/>
              <a:buChar char="Ø"/>
            </a:pPr>
            <a:r>
              <a:rPr lang="zh-CN" altLang="en-US" sz="2200" dirty="0">
                <a:latin typeface="微软雅黑" panose="020B0503020204020204" pitchFamily="34" charset="-122"/>
                <a:ea typeface="微软雅黑" panose="020B0503020204020204" pitchFamily="34" charset="-122"/>
                <a:sym typeface="+mn-ea"/>
              </a:rPr>
              <a:t>创新能力强</a:t>
            </a:r>
            <a:endParaRPr lang="en-US" altLang="zh-CN" sz="2200" dirty="0">
              <a:latin typeface="微软雅黑" panose="020B0503020204020204" pitchFamily="34" charset="-122"/>
              <a:ea typeface="微软雅黑" panose="020B0503020204020204" pitchFamily="34" charset="-122"/>
              <a:sym typeface="+mn-ea"/>
            </a:endParaRPr>
          </a:p>
        </p:txBody>
      </p:sp>
      <p:pic>
        <p:nvPicPr>
          <p:cNvPr id="5" name="图片 4"/>
          <p:cNvPicPr>
            <a:picLocks noChangeAspect="1"/>
          </p:cNvPicPr>
          <p:nvPr/>
        </p:nvPicPr>
        <p:blipFill>
          <a:blip r:embed="rId1"/>
          <a:stretch>
            <a:fillRect/>
          </a:stretch>
        </p:blipFill>
        <p:spPr>
          <a:xfrm>
            <a:off x="3492015" y="2421014"/>
            <a:ext cx="4588533" cy="3436883"/>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anim calcmode="lin" valueType="num">
                                      <p:cBhvr>
                                        <p:cTn id="8" dur="500" fill="hold"/>
                                        <p:tgtEl>
                                          <p:spTgt spid="14"/>
                                        </p:tgtEl>
                                        <p:attrNameLst>
                                          <p:attrName>ppt_x</p:attrName>
                                        </p:attrNameLst>
                                      </p:cBhvr>
                                      <p:tavLst>
                                        <p:tav tm="0">
                                          <p:val>
                                            <p:strVal val="#ppt_x"/>
                                          </p:val>
                                        </p:tav>
                                        <p:tav tm="100000">
                                          <p:val>
                                            <p:strVal val="#ppt_x"/>
                                          </p:val>
                                        </p:tav>
                                      </p:tavLst>
                                    </p:anim>
                                    <p:anim calcmode="lin" valueType="num">
                                      <p:cBhvr>
                                        <p:cTn id="9"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500"/>
                                        <p:tgtEl>
                                          <p:spTgt spid="2"/>
                                        </p:tgtEl>
                                      </p:cBhvr>
                                    </p:animEffect>
                                    <p:anim calcmode="lin" valueType="num">
                                      <p:cBhvr>
                                        <p:cTn id="15" dur="500" fill="hold"/>
                                        <p:tgtEl>
                                          <p:spTgt spid="2"/>
                                        </p:tgtEl>
                                        <p:attrNameLst>
                                          <p:attrName>ppt_x</p:attrName>
                                        </p:attrNameLst>
                                      </p:cBhvr>
                                      <p:tavLst>
                                        <p:tav tm="0">
                                          <p:val>
                                            <p:strVal val="#ppt_x"/>
                                          </p:val>
                                        </p:tav>
                                        <p:tav tm="100000">
                                          <p:val>
                                            <p:strVal val="#ppt_x"/>
                                          </p:val>
                                        </p:tav>
                                      </p:tavLst>
                                    </p:anim>
                                    <p:anim calcmode="lin" valueType="num">
                                      <p:cBhvr>
                                        <p:cTn id="16" dur="5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Box 3"/>
          <p:cNvSpPr>
            <a:spLocks noChangeArrowheads="1"/>
          </p:cNvSpPr>
          <p:nvPr/>
        </p:nvSpPr>
        <p:spPr bwMode="auto">
          <a:xfrm>
            <a:off x="271463" y="1125415"/>
            <a:ext cx="8712200" cy="521706"/>
          </a:xfrm>
          <a:prstGeom prst="roundRect">
            <a:avLst>
              <a:gd name="adj" fmla="val 3278"/>
            </a:avLst>
          </a:prstGeom>
          <a:noFill/>
          <a:ln w="9525">
            <a:noFill/>
            <a:round/>
          </a:ln>
          <a:extLst>
            <a:ext uri="{909E8E84-426E-40DD-AFC4-6F175D3DCCD1}">
              <a14:hiddenFill xmlns:a14="http://schemas.microsoft.com/office/drawing/2010/main">
                <a:solidFill>
                  <a:srgbClr val="FFFFFF"/>
                </a:solidFill>
              </a14:hiddenFill>
            </a:ext>
          </a:extLst>
        </p:spPr>
        <p:txBody>
          <a:bodyPr>
            <a:spAutoFit/>
          </a:bodyPr>
          <a:lstStyle>
            <a:lvl1pPr marL="342900" indent="-342900">
              <a:defRPr b="1">
                <a:solidFill>
                  <a:schemeClr val="tx1"/>
                </a:solidFill>
                <a:latin typeface="Calibri" panose="020F0502020204030204" pitchFamily="34" charset="0"/>
                <a:ea typeface="宋体" panose="02010600030101010101" pitchFamily="2" charset="-122"/>
              </a:defRPr>
            </a:lvl1pPr>
            <a:lvl2pPr marL="742950" indent="-285750">
              <a:defRPr b="1">
                <a:solidFill>
                  <a:schemeClr val="tx1"/>
                </a:solidFill>
                <a:latin typeface="Calibri" panose="020F0502020204030204" pitchFamily="34" charset="0"/>
                <a:ea typeface="宋体" panose="02010600030101010101" pitchFamily="2" charset="-122"/>
              </a:defRPr>
            </a:lvl2pPr>
            <a:lvl3pPr marL="1143000" indent="-228600">
              <a:defRPr b="1">
                <a:solidFill>
                  <a:schemeClr val="tx1"/>
                </a:solidFill>
                <a:latin typeface="Calibri" panose="020F0502020204030204" pitchFamily="34" charset="0"/>
                <a:ea typeface="宋体" panose="02010600030101010101" pitchFamily="2" charset="-122"/>
              </a:defRPr>
            </a:lvl3pPr>
            <a:lvl4pPr marL="1600200" indent="-228600">
              <a:defRPr b="1">
                <a:solidFill>
                  <a:schemeClr val="tx1"/>
                </a:solidFill>
                <a:latin typeface="Calibri" panose="020F0502020204030204" pitchFamily="34" charset="0"/>
                <a:ea typeface="宋体" panose="02010600030101010101" pitchFamily="2" charset="-122"/>
              </a:defRPr>
            </a:lvl4pPr>
            <a:lvl5pPr marL="2057400" indent="-228600">
              <a:defRPr b="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Calibri" panose="020F0502020204030204" pitchFamily="34" charset="0"/>
                <a:ea typeface="宋体" panose="02010600030101010101" pitchFamily="2" charset="-122"/>
              </a:defRPr>
            </a:lvl9pPr>
          </a:lstStyle>
          <a:p>
            <a:pPr defTabSz="914400" eaLnBrk="1" hangingPunct="1">
              <a:lnSpc>
                <a:spcPct val="125000"/>
              </a:lnSpc>
              <a:spcBef>
                <a:spcPts val="1200"/>
              </a:spcBef>
              <a:buClr>
                <a:srgbClr val="0033CC"/>
              </a:buClr>
              <a:buFont typeface="Wingdings" panose="05000000000000000000" pitchFamily="2" charset="2"/>
              <a:buChar char="q"/>
            </a:pPr>
            <a:r>
              <a:rPr lang="zh-CN" altLang="en-US" sz="2400" dirty="0">
                <a:solidFill>
                  <a:srgbClr val="FF0000"/>
                </a:solidFill>
                <a:latin typeface="微软雅黑" panose="020B0503020204020204" pitchFamily="34" charset="-122"/>
                <a:ea typeface="微软雅黑" panose="020B0503020204020204" pitchFamily="34" charset="-122"/>
              </a:rPr>
              <a:t>如何申请</a:t>
            </a:r>
            <a:r>
              <a:rPr lang="en-US" altLang="zh-CN" sz="2400" dirty="0">
                <a:solidFill>
                  <a:srgbClr val="FF0000"/>
                </a:solidFill>
                <a:latin typeface="微软雅黑" panose="020B0503020204020204" pitchFamily="34" charset="-122"/>
                <a:ea typeface="微软雅黑" panose="020B0503020204020204" pitchFamily="34" charset="-122"/>
              </a:rPr>
              <a:t>SRTP</a:t>
            </a:r>
            <a:r>
              <a:rPr lang="zh-CN" altLang="en-US" sz="2400" dirty="0">
                <a:solidFill>
                  <a:srgbClr val="FF0000"/>
                </a:solidFill>
                <a:latin typeface="微软雅黑" panose="020B0503020204020204" pitchFamily="34" charset="-122"/>
                <a:ea typeface="微软雅黑" panose="020B0503020204020204" pitchFamily="34" charset="-122"/>
              </a:rPr>
              <a:t>项目？</a:t>
            </a:r>
            <a:endParaRPr lang="en-US" altLang="zh-CN" sz="2400" dirty="0">
              <a:solidFill>
                <a:srgbClr val="FF0000"/>
              </a:solidFill>
              <a:latin typeface="微软雅黑" panose="020B0503020204020204" pitchFamily="34" charset="-122"/>
              <a:ea typeface="微软雅黑" panose="020B0503020204020204" pitchFamily="34" charset="-122"/>
            </a:endParaRPr>
          </a:p>
        </p:txBody>
      </p:sp>
      <p:sp>
        <p:nvSpPr>
          <p:cNvPr id="72" name="文本框 6"/>
          <p:cNvSpPr txBox="1"/>
          <p:nvPr/>
        </p:nvSpPr>
        <p:spPr>
          <a:xfrm>
            <a:off x="271463" y="294021"/>
            <a:ext cx="4085035" cy="584775"/>
          </a:xfrm>
          <a:prstGeom prst="rect">
            <a:avLst/>
          </a:prstGeom>
          <a:solidFill>
            <a:srgbClr val="075C8E"/>
          </a:solidFill>
          <a:ln w="9525">
            <a:noFill/>
          </a:ln>
        </p:spPr>
        <p:txBody>
          <a:bodyPr anchor="ctr">
            <a:spAutoFit/>
          </a:bodyPr>
          <a:lstStyle/>
          <a:p>
            <a:pPr>
              <a:spcBef>
                <a:spcPts val="600"/>
              </a:spcBef>
              <a:spcAft>
                <a:spcPts val="600"/>
              </a:spcAft>
            </a:pPr>
            <a:r>
              <a:rPr lang="en-US" altLang="zh-CN" sz="3200" b="1" dirty="0">
                <a:solidFill>
                  <a:schemeClr val="bg1"/>
                </a:solidFill>
                <a:latin typeface="黑体" panose="02010609060101010101" pitchFamily="49" charset="-122"/>
                <a:ea typeface="黑体" panose="02010609060101010101" pitchFamily="49" charset="-122"/>
              </a:rPr>
              <a:t>2 </a:t>
            </a:r>
            <a:r>
              <a:rPr lang="zh-CN" altLang="en-US" sz="3200" b="1" dirty="0">
                <a:solidFill>
                  <a:schemeClr val="bg1"/>
                </a:solidFill>
                <a:latin typeface="黑体" panose="02010609060101010101" pitchFamily="49" charset="-122"/>
                <a:ea typeface="黑体" panose="02010609060101010101" pitchFamily="49" charset="-122"/>
              </a:rPr>
              <a:t>申请流程</a:t>
            </a:r>
            <a:endParaRPr lang="zh-CN" altLang="en-US" sz="3200" b="1" dirty="0">
              <a:solidFill>
                <a:schemeClr val="bg1"/>
              </a:solidFill>
              <a:latin typeface="黑体" panose="02010609060101010101" pitchFamily="49" charset="-122"/>
              <a:ea typeface="黑体" panose="02010609060101010101" pitchFamily="49" charset="-122"/>
            </a:endParaRPr>
          </a:p>
        </p:txBody>
      </p:sp>
      <p:grpSp>
        <p:nvGrpSpPr>
          <p:cNvPr id="19" name="组合 18"/>
          <p:cNvGrpSpPr/>
          <p:nvPr/>
        </p:nvGrpSpPr>
        <p:grpSpPr>
          <a:xfrm>
            <a:off x="828052" y="1631941"/>
            <a:ext cx="870346" cy="1349466"/>
            <a:chOff x="890391" y="1715162"/>
            <a:chExt cx="870346" cy="1349466"/>
          </a:xfrm>
        </p:grpSpPr>
        <p:sp>
          <p:nvSpPr>
            <p:cNvPr id="16" name="箭头: V 形 15"/>
            <p:cNvSpPr/>
            <p:nvPr/>
          </p:nvSpPr>
          <p:spPr>
            <a:xfrm rot="5400000">
              <a:off x="650831" y="1954722"/>
              <a:ext cx="1349466" cy="870346"/>
            </a:xfrm>
            <a:prstGeom prst="chevron">
              <a:avLst/>
            </a:prstGeom>
            <a:solidFill>
              <a:srgbClr val="FFC000"/>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zh-CN" altLang="en-US"/>
            </a:p>
          </p:txBody>
        </p:sp>
        <p:sp>
          <p:nvSpPr>
            <p:cNvPr id="12" name="文本框 11"/>
            <p:cNvSpPr txBox="1"/>
            <p:nvPr/>
          </p:nvSpPr>
          <p:spPr>
            <a:xfrm>
              <a:off x="949963" y="2104652"/>
              <a:ext cx="751202" cy="707886"/>
            </a:xfrm>
            <a:prstGeom prst="rect">
              <a:avLst/>
            </a:prstGeom>
            <a:noFill/>
          </p:spPr>
          <p:txBody>
            <a:bodyPr wrap="square" rtlCol="0">
              <a:spAutoFit/>
            </a:bodyPr>
            <a:lstStyle/>
            <a:p>
              <a:r>
                <a:rPr lang="zh-CN" altLang="en-US" sz="2000" b="1" dirty="0">
                  <a:solidFill>
                    <a:srgbClr val="FF0000"/>
                  </a:solidFill>
                  <a:latin typeface="+mn-ea"/>
                  <a:ea typeface="+mn-ea"/>
                </a:rPr>
                <a:t>创立团队</a:t>
              </a:r>
              <a:endParaRPr lang="zh-CN" altLang="en-US" sz="2000" b="1" dirty="0">
                <a:solidFill>
                  <a:srgbClr val="FF0000"/>
                </a:solidFill>
                <a:latin typeface="+mn-ea"/>
                <a:ea typeface="+mn-ea"/>
              </a:endParaRPr>
            </a:p>
          </p:txBody>
        </p:sp>
      </p:grpSp>
      <p:grpSp>
        <p:nvGrpSpPr>
          <p:cNvPr id="20" name="组合 19"/>
          <p:cNvGrpSpPr/>
          <p:nvPr/>
        </p:nvGrpSpPr>
        <p:grpSpPr>
          <a:xfrm>
            <a:off x="825452" y="2661939"/>
            <a:ext cx="870346" cy="1349467"/>
            <a:chOff x="900051" y="2205019"/>
            <a:chExt cx="870346" cy="1583977"/>
          </a:xfrm>
        </p:grpSpPr>
        <p:sp>
          <p:nvSpPr>
            <p:cNvPr id="21" name="箭头: V 形 20"/>
            <p:cNvSpPr/>
            <p:nvPr/>
          </p:nvSpPr>
          <p:spPr>
            <a:xfrm rot="5400000">
              <a:off x="543235" y="2561835"/>
              <a:ext cx="1583977" cy="870346"/>
            </a:xfrm>
            <a:prstGeom prst="chevron">
              <a:avLst/>
            </a:prstGeom>
            <a:solidFill>
              <a:srgbClr val="92D050"/>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zh-CN" altLang="en-US"/>
            </a:p>
          </p:txBody>
        </p:sp>
        <p:sp>
          <p:nvSpPr>
            <p:cNvPr id="22" name="文本框 21"/>
            <p:cNvSpPr txBox="1"/>
            <p:nvPr/>
          </p:nvSpPr>
          <p:spPr>
            <a:xfrm>
              <a:off x="959032" y="2643065"/>
              <a:ext cx="808175" cy="830902"/>
            </a:xfrm>
            <a:prstGeom prst="rect">
              <a:avLst/>
            </a:prstGeom>
            <a:noFill/>
          </p:spPr>
          <p:txBody>
            <a:bodyPr wrap="square" rtlCol="0">
              <a:spAutoFit/>
            </a:bodyPr>
            <a:lstStyle/>
            <a:p>
              <a:r>
                <a:rPr lang="zh-CN" altLang="en-US" sz="2000" b="1" dirty="0">
                  <a:latin typeface="+mn-ea"/>
                  <a:ea typeface="+mn-ea"/>
                </a:rPr>
                <a:t>确定题目</a:t>
              </a:r>
              <a:endParaRPr lang="zh-CN" altLang="en-US" sz="2000" b="1" dirty="0">
                <a:latin typeface="+mn-ea"/>
                <a:ea typeface="+mn-ea"/>
              </a:endParaRPr>
            </a:p>
          </p:txBody>
        </p:sp>
      </p:grpSp>
      <p:grpSp>
        <p:nvGrpSpPr>
          <p:cNvPr id="18" name="组合 17"/>
          <p:cNvGrpSpPr/>
          <p:nvPr/>
        </p:nvGrpSpPr>
        <p:grpSpPr>
          <a:xfrm>
            <a:off x="825451" y="3672520"/>
            <a:ext cx="946418" cy="1844451"/>
            <a:chOff x="926183" y="4425915"/>
            <a:chExt cx="946418" cy="2231589"/>
          </a:xfrm>
        </p:grpSpPr>
        <p:sp>
          <p:nvSpPr>
            <p:cNvPr id="25" name="箭头: V 形 24"/>
            <p:cNvSpPr/>
            <p:nvPr/>
          </p:nvSpPr>
          <p:spPr>
            <a:xfrm rot="5400000">
              <a:off x="245561" y="5106537"/>
              <a:ext cx="2231589" cy="870346"/>
            </a:xfrm>
            <a:prstGeom prst="chevron">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zh-CN" altLang="en-US"/>
            </a:p>
          </p:txBody>
        </p:sp>
        <p:sp>
          <p:nvSpPr>
            <p:cNvPr id="26" name="文本框 25"/>
            <p:cNvSpPr txBox="1"/>
            <p:nvPr/>
          </p:nvSpPr>
          <p:spPr>
            <a:xfrm>
              <a:off x="1002255" y="4835932"/>
              <a:ext cx="870346" cy="1601220"/>
            </a:xfrm>
            <a:prstGeom prst="rect">
              <a:avLst/>
            </a:prstGeom>
            <a:noFill/>
          </p:spPr>
          <p:txBody>
            <a:bodyPr wrap="square" rtlCol="0">
              <a:spAutoFit/>
            </a:bodyPr>
            <a:lstStyle/>
            <a:p>
              <a:r>
                <a:rPr lang="zh-CN" altLang="en-US" sz="2000" b="1" dirty="0">
                  <a:latin typeface="+mn-ea"/>
                  <a:ea typeface="+mn-ea"/>
                </a:rPr>
                <a:t>撰写申报书及提交</a:t>
              </a:r>
              <a:endParaRPr lang="zh-CN" altLang="en-US" sz="2000" b="1" dirty="0">
                <a:latin typeface="+mn-ea"/>
                <a:ea typeface="+mn-ea"/>
              </a:endParaRPr>
            </a:p>
          </p:txBody>
        </p:sp>
      </p:grpSp>
      <p:grpSp>
        <p:nvGrpSpPr>
          <p:cNvPr id="28" name="组合 27"/>
          <p:cNvGrpSpPr/>
          <p:nvPr/>
        </p:nvGrpSpPr>
        <p:grpSpPr>
          <a:xfrm>
            <a:off x="822262" y="5223722"/>
            <a:ext cx="870346" cy="1349466"/>
            <a:chOff x="890391" y="1715162"/>
            <a:chExt cx="870346" cy="1349466"/>
          </a:xfrm>
          <a:solidFill>
            <a:srgbClr val="FFFF00"/>
          </a:solidFill>
        </p:grpSpPr>
        <p:sp>
          <p:nvSpPr>
            <p:cNvPr id="29" name="箭头: V 形 28"/>
            <p:cNvSpPr/>
            <p:nvPr/>
          </p:nvSpPr>
          <p:spPr>
            <a:xfrm rot="5400000">
              <a:off x="650831" y="1954722"/>
              <a:ext cx="1349466" cy="870346"/>
            </a:xfrm>
            <a:prstGeom prst="chevron">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zh-CN" altLang="en-US"/>
            </a:p>
          </p:txBody>
        </p:sp>
        <p:sp>
          <p:nvSpPr>
            <p:cNvPr id="30" name="文本框 29"/>
            <p:cNvSpPr txBox="1"/>
            <p:nvPr/>
          </p:nvSpPr>
          <p:spPr>
            <a:xfrm>
              <a:off x="949963" y="2104652"/>
              <a:ext cx="751202" cy="707886"/>
            </a:xfrm>
            <a:prstGeom prst="rect">
              <a:avLst/>
            </a:prstGeom>
            <a:noFill/>
          </p:spPr>
          <p:txBody>
            <a:bodyPr wrap="square" rtlCol="0">
              <a:spAutoFit/>
            </a:bodyPr>
            <a:lstStyle/>
            <a:p>
              <a:r>
                <a:rPr lang="zh-CN" altLang="en-US" sz="2000" b="1" dirty="0">
                  <a:latin typeface="+mn-ea"/>
                  <a:ea typeface="+mn-ea"/>
                </a:rPr>
                <a:t>立项答辩</a:t>
              </a:r>
              <a:endParaRPr lang="zh-CN" altLang="en-US" sz="2000" b="1" dirty="0">
                <a:latin typeface="+mn-ea"/>
                <a:ea typeface="+mn-ea"/>
              </a:endParaRPr>
            </a:p>
          </p:txBody>
        </p:sp>
      </p:grpSp>
      <p:sp>
        <p:nvSpPr>
          <p:cNvPr id="27" name="文本框 26"/>
          <p:cNvSpPr txBox="1"/>
          <p:nvPr/>
        </p:nvSpPr>
        <p:spPr>
          <a:xfrm>
            <a:off x="2772025" y="2270900"/>
            <a:ext cx="5039930" cy="2169633"/>
          </a:xfrm>
          <a:prstGeom prst="rect">
            <a:avLst/>
          </a:prstGeom>
          <a:noFill/>
          <a:ln>
            <a:solidFill>
              <a:schemeClr val="tx1"/>
            </a:solidFill>
            <a:prstDash val="lgDash"/>
          </a:ln>
        </p:spPr>
        <p:txBody>
          <a:bodyPr wrap="square" rtlCol="0">
            <a:spAutoFit/>
          </a:bodyPr>
          <a:lstStyle/>
          <a:p>
            <a:pPr>
              <a:lnSpc>
                <a:spcPct val="125000"/>
              </a:lnSpc>
            </a:pPr>
            <a:r>
              <a:rPr lang="zh-CN" altLang="en-US" sz="2200" dirty="0">
                <a:latin typeface="+mn-ea"/>
                <a:ea typeface="+mn-ea"/>
              </a:rPr>
              <a:t>组建志同道合的团队，</a:t>
            </a:r>
            <a:r>
              <a:rPr lang="zh-CN" altLang="en-US" sz="2200" dirty="0">
                <a:solidFill>
                  <a:srgbClr val="FF0000"/>
                </a:solidFill>
                <a:latin typeface="+mn-ea"/>
                <a:ea typeface="+mn-ea"/>
              </a:rPr>
              <a:t>团队协作</a:t>
            </a:r>
            <a:r>
              <a:rPr lang="zh-CN" altLang="en-US" sz="2200" dirty="0">
                <a:latin typeface="+mn-ea"/>
                <a:ea typeface="+mn-ea"/>
              </a:rPr>
              <a:t>是高效率完成项目的前提。每个队伍成员为</a:t>
            </a:r>
            <a:r>
              <a:rPr lang="en-US" altLang="zh-CN" sz="2200" dirty="0">
                <a:solidFill>
                  <a:srgbClr val="FF0000"/>
                </a:solidFill>
                <a:latin typeface="+mn-ea"/>
                <a:ea typeface="+mn-ea"/>
              </a:rPr>
              <a:t>2-4</a:t>
            </a:r>
            <a:r>
              <a:rPr lang="zh-CN" altLang="en-US" sz="2200" dirty="0">
                <a:solidFill>
                  <a:srgbClr val="FF0000"/>
                </a:solidFill>
                <a:latin typeface="+mn-ea"/>
                <a:ea typeface="+mn-ea"/>
              </a:rPr>
              <a:t>人</a:t>
            </a:r>
            <a:r>
              <a:rPr lang="zh-CN" altLang="en-US" sz="2200" dirty="0">
                <a:latin typeface="+mn-ea"/>
                <a:ea typeface="+mn-ea"/>
              </a:rPr>
              <a:t>，由队长负责安排成员的工作。每个队伍指导老师</a:t>
            </a:r>
            <a:r>
              <a:rPr lang="zh-CN" altLang="en-US" sz="2200" dirty="0">
                <a:solidFill>
                  <a:srgbClr val="FF0000"/>
                </a:solidFill>
                <a:latin typeface="+mn-ea"/>
                <a:ea typeface="+mn-ea"/>
              </a:rPr>
              <a:t>不超过</a:t>
            </a:r>
            <a:r>
              <a:rPr lang="en-US" altLang="zh-CN" sz="2200" dirty="0">
                <a:solidFill>
                  <a:srgbClr val="FF0000"/>
                </a:solidFill>
                <a:latin typeface="+mn-ea"/>
                <a:ea typeface="+mn-ea"/>
              </a:rPr>
              <a:t>2</a:t>
            </a:r>
            <a:r>
              <a:rPr lang="zh-CN" altLang="en-US" sz="2200" dirty="0">
                <a:solidFill>
                  <a:srgbClr val="FF0000"/>
                </a:solidFill>
                <a:latin typeface="+mn-ea"/>
                <a:ea typeface="+mn-ea"/>
              </a:rPr>
              <a:t>个</a:t>
            </a:r>
            <a:r>
              <a:rPr lang="zh-CN" altLang="en-US" sz="2200" dirty="0">
                <a:latin typeface="+mn-ea"/>
                <a:ea typeface="+mn-ea"/>
              </a:rPr>
              <a:t>，每个老师指导的</a:t>
            </a:r>
            <a:r>
              <a:rPr lang="en-US" altLang="zh-CN" sz="2200" dirty="0">
                <a:latin typeface="+mn-ea"/>
                <a:ea typeface="+mn-ea"/>
              </a:rPr>
              <a:t>SRTP</a:t>
            </a:r>
            <a:r>
              <a:rPr lang="zh-CN" altLang="en-US" sz="2200" dirty="0">
                <a:latin typeface="+mn-ea"/>
                <a:ea typeface="+mn-ea"/>
              </a:rPr>
              <a:t>项目不超过</a:t>
            </a:r>
            <a:r>
              <a:rPr lang="en-US" altLang="zh-CN" sz="2200" dirty="0">
                <a:latin typeface="+mn-ea"/>
                <a:ea typeface="+mn-ea"/>
              </a:rPr>
              <a:t>5</a:t>
            </a:r>
            <a:r>
              <a:rPr lang="zh-CN" altLang="en-US" sz="2200" dirty="0">
                <a:latin typeface="+mn-ea"/>
                <a:ea typeface="+mn-ea"/>
              </a:rPr>
              <a:t>个。</a:t>
            </a:r>
            <a:endParaRPr lang="zh-CN" altLang="en-US" sz="2200" dirty="0">
              <a:latin typeface="+mn-ea"/>
              <a:ea typeface="+mn-ea"/>
            </a:endParaRPr>
          </a:p>
        </p:txBody>
      </p:sp>
      <p:cxnSp>
        <p:nvCxnSpPr>
          <p:cNvPr id="35" name="直接连接符 34"/>
          <p:cNvCxnSpPr>
            <a:stCxn id="12" idx="3"/>
            <a:endCxn id="27" idx="1"/>
          </p:cNvCxnSpPr>
          <p:nvPr/>
        </p:nvCxnSpPr>
        <p:spPr>
          <a:xfrm>
            <a:off x="1638826" y="2375374"/>
            <a:ext cx="1133199" cy="980343"/>
          </a:xfrm>
          <a:prstGeom prst="line">
            <a:avLst/>
          </a:prstGeom>
          <a:ln>
            <a:headEnd type="oval" w="med" len="med"/>
            <a:tailEnd type="oval" w="med" len="med"/>
          </a:ln>
        </p:spPr>
        <p:style>
          <a:lnRef idx="1">
            <a:schemeClr val="accent2"/>
          </a:lnRef>
          <a:fillRef idx="0">
            <a:schemeClr val="accent2"/>
          </a:fillRef>
          <a:effectRef idx="0">
            <a:schemeClr val="accent2"/>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anim calcmode="lin" valueType="num">
                                      <p:cBhvr>
                                        <p:cTn id="8" dur="500" fill="hold"/>
                                        <p:tgtEl>
                                          <p:spTgt spid="14"/>
                                        </p:tgtEl>
                                        <p:attrNameLst>
                                          <p:attrName>ppt_x</p:attrName>
                                        </p:attrNameLst>
                                      </p:cBhvr>
                                      <p:tavLst>
                                        <p:tav tm="0">
                                          <p:val>
                                            <p:strVal val="#ppt_x"/>
                                          </p:val>
                                        </p:tav>
                                        <p:tav tm="100000">
                                          <p:val>
                                            <p:strVal val="#ppt_x"/>
                                          </p:val>
                                        </p:tav>
                                      </p:tavLst>
                                    </p:anim>
                                    <p:anim calcmode="lin" valueType="num">
                                      <p:cBhvr>
                                        <p:cTn id="9"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500"/>
                                        <p:tgtEl>
                                          <p:spTgt spid="19"/>
                                        </p:tgtEl>
                                      </p:cBhvr>
                                    </p:animEffect>
                                    <p:anim calcmode="lin" valueType="num">
                                      <p:cBhvr>
                                        <p:cTn id="15" dur="500" fill="hold"/>
                                        <p:tgtEl>
                                          <p:spTgt spid="19"/>
                                        </p:tgtEl>
                                        <p:attrNameLst>
                                          <p:attrName>ppt_x</p:attrName>
                                        </p:attrNameLst>
                                      </p:cBhvr>
                                      <p:tavLst>
                                        <p:tav tm="0">
                                          <p:val>
                                            <p:strVal val="#ppt_x"/>
                                          </p:val>
                                        </p:tav>
                                        <p:tav tm="100000">
                                          <p:val>
                                            <p:strVal val="#ppt_x"/>
                                          </p:val>
                                        </p:tav>
                                      </p:tavLst>
                                    </p:anim>
                                    <p:anim calcmode="lin" valueType="num">
                                      <p:cBhvr>
                                        <p:cTn id="16" dur="500" fill="hold"/>
                                        <p:tgtEl>
                                          <p:spTgt spid="19"/>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500"/>
                                        <p:tgtEl>
                                          <p:spTgt spid="35"/>
                                        </p:tgtEl>
                                      </p:cBhvr>
                                    </p:animEffect>
                                    <p:anim calcmode="lin" valueType="num">
                                      <p:cBhvr>
                                        <p:cTn id="20" dur="500" fill="hold"/>
                                        <p:tgtEl>
                                          <p:spTgt spid="35"/>
                                        </p:tgtEl>
                                        <p:attrNameLst>
                                          <p:attrName>ppt_x</p:attrName>
                                        </p:attrNameLst>
                                      </p:cBhvr>
                                      <p:tavLst>
                                        <p:tav tm="0">
                                          <p:val>
                                            <p:strVal val="#ppt_x"/>
                                          </p:val>
                                        </p:tav>
                                        <p:tav tm="100000">
                                          <p:val>
                                            <p:strVal val="#ppt_x"/>
                                          </p:val>
                                        </p:tav>
                                      </p:tavLst>
                                    </p:anim>
                                    <p:anim calcmode="lin" valueType="num">
                                      <p:cBhvr>
                                        <p:cTn id="21" dur="500" fill="hold"/>
                                        <p:tgtEl>
                                          <p:spTgt spid="35"/>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500"/>
                                        <p:tgtEl>
                                          <p:spTgt spid="27"/>
                                        </p:tgtEl>
                                      </p:cBhvr>
                                    </p:animEffect>
                                    <p:anim calcmode="lin" valueType="num">
                                      <p:cBhvr>
                                        <p:cTn id="25" dur="500" fill="hold"/>
                                        <p:tgtEl>
                                          <p:spTgt spid="27"/>
                                        </p:tgtEl>
                                        <p:attrNameLst>
                                          <p:attrName>ppt_x</p:attrName>
                                        </p:attrNameLst>
                                      </p:cBhvr>
                                      <p:tavLst>
                                        <p:tav tm="0">
                                          <p:val>
                                            <p:strVal val="#ppt_x"/>
                                          </p:val>
                                        </p:tav>
                                        <p:tav tm="100000">
                                          <p:val>
                                            <p:strVal val="#ppt_x"/>
                                          </p:val>
                                        </p:tav>
                                      </p:tavLst>
                                    </p:anim>
                                    <p:anim calcmode="lin" valueType="num">
                                      <p:cBhvr>
                                        <p:cTn id="26" dur="500" fill="hold"/>
                                        <p:tgtEl>
                                          <p:spTgt spid="27"/>
                                        </p:tgtEl>
                                        <p:attrNameLst>
                                          <p:attrName>ppt_y</p:attrName>
                                        </p:attrNameLst>
                                      </p:cBhvr>
                                      <p:tavLst>
                                        <p:tav tm="0">
                                          <p:val>
                                            <p:strVal val="#ppt_y+.1"/>
                                          </p:val>
                                        </p:tav>
                                        <p:tav tm="100000">
                                          <p:val>
                                            <p:strVal val="#ppt_y"/>
                                          </p:val>
                                        </p:tav>
                                      </p:tavLst>
                                    </p:anim>
                                  </p:childTnLst>
                                </p:cTn>
                              </p:par>
                            </p:childTnLst>
                          </p:cTn>
                        </p:par>
                        <p:par>
                          <p:cTn id="27" fill="hold">
                            <p:stCondLst>
                              <p:cond delay="500"/>
                            </p:stCondLst>
                            <p:childTnLst>
                              <p:par>
                                <p:cTn id="28" presetID="42" presetClass="entr" presetSubtype="0" fill="hold" nodeType="after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anim calcmode="lin" valueType="num">
                                      <p:cBhvr>
                                        <p:cTn id="31" dur="500" fill="hold"/>
                                        <p:tgtEl>
                                          <p:spTgt spid="20"/>
                                        </p:tgtEl>
                                        <p:attrNameLst>
                                          <p:attrName>ppt_x</p:attrName>
                                        </p:attrNameLst>
                                      </p:cBhvr>
                                      <p:tavLst>
                                        <p:tav tm="0">
                                          <p:val>
                                            <p:strVal val="#ppt_x"/>
                                          </p:val>
                                        </p:tav>
                                        <p:tav tm="100000">
                                          <p:val>
                                            <p:strVal val="#ppt_x"/>
                                          </p:val>
                                        </p:tav>
                                      </p:tavLst>
                                    </p:anim>
                                    <p:anim calcmode="lin" valueType="num">
                                      <p:cBhvr>
                                        <p:cTn id="32" dur="500" fill="hold"/>
                                        <p:tgtEl>
                                          <p:spTgt spid="20"/>
                                        </p:tgtEl>
                                        <p:attrNameLst>
                                          <p:attrName>ppt_y</p:attrName>
                                        </p:attrNameLst>
                                      </p:cBhvr>
                                      <p:tavLst>
                                        <p:tav tm="0">
                                          <p:val>
                                            <p:strVal val="#ppt_y+.1"/>
                                          </p:val>
                                        </p:tav>
                                        <p:tav tm="100000">
                                          <p:val>
                                            <p:strVal val="#ppt_y"/>
                                          </p:val>
                                        </p:tav>
                                      </p:tavLst>
                                    </p:anim>
                                  </p:childTnLst>
                                </p:cTn>
                              </p:par>
                            </p:childTnLst>
                          </p:cTn>
                        </p:par>
                        <p:par>
                          <p:cTn id="33" fill="hold">
                            <p:stCondLst>
                              <p:cond delay="1000"/>
                            </p:stCondLst>
                            <p:childTnLst>
                              <p:par>
                                <p:cTn id="34" presetID="42" presetClass="entr" presetSubtype="0" fill="hold" nodeType="after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500"/>
                                        <p:tgtEl>
                                          <p:spTgt spid="18"/>
                                        </p:tgtEl>
                                      </p:cBhvr>
                                    </p:animEffect>
                                    <p:anim calcmode="lin" valueType="num">
                                      <p:cBhvr>
                                        <p:cTn id="37" dur="500" fill="hold"/>
                                        <p:tgtEl>
                                          <p:spTgt spid="18"/>
                                        </p:tgtEl>
                                        <p:attrNameLst>
                                          <p:attrName>ppt_x</p:attrName>
                                        </p:attrNameLst>
                                      </p:cBhvr>
                                      <p:tavLst>
                                        <p:tav tm="0">
                                          <p:val>
                                            <p:strVal val="#ppt_x"/>
                                          </p:val>
                                        </p:tav>
                                        <p:tav tm="100000">
                                          <p:val>
                                            <p:strVal val="#ppt_x"/>
                                          </p:val>
                                        </p:tav>
                                      </p:tavLst>
                                    </p:anim>
                                    <p:anim calcmode="lin" valueType="num">
                                      <p:cBhvr>
                                        <p:cTn id="38" dur="500" fill="hold"/>
                                        <p:tgtEl>
                                          <p:spTgt spid="18"/>
                                        </p:tgtEl>
                                        <p:attrNameLst>
                                          <p:attrName>ppt_y</p:attrName>
                                        </p:attrNameLst>
                                      </p:cBhvr>
                                      <p:tavLst>
                                        <p:tav tm="0">
                                          <p:val>
                                            <p:strVal val="#ppt_y+.1"/>
                                          </p:val>
                                        </p:tav>
                                        <p:tav tm="100000">
                                          <p:val>
                                            <p:strVal val="#ppt_y"/>
                                          </p:val>
                                        </p:tav>
                                      </p:tavLst>
                                    </p:anim>
                                  </p:childTnLst>
                                </p:cTn>
                              </p:par>
                            </p:childTnLst>
                          </p:cTn>
                        </p:par>
                        <p:par>
                          <p:cTn id="39" fill="hold">
                            <p:stCondLst>
                              <p:cond delay="1500"/>
                            </p:stCondLst>
                            <p:childTnLst>
                              <p:par>
                                <p:cTn id="40" presetID="42" presetClass="entr" presetSubtype="0" fill="hold" nodeType="after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fade">
                                      <p:cBhvr>
                                        <p:cTn id="42" dur="500"/>
                                        <p:tgtEl>
                                          <p:spTgt spid="28"/>
                                        </p:tgtEl>
                                      </p:cBhvr>
                                    </p:animEffect>
                                    <p:anim calcmode="lin" valueType="num">
                                      <p:cBhvr>
                                        <p:cTn id="43" dur="500" fill="hold"/>
                                        <p:tgtEl>
                                          <p:spTgt spid="28"/>
                                        </p:tgtEl>
                                        <p:attrNameLst>
                                          <p:attrName>ppt_x</p:attrName>
                                        </p:attrNameLst>
                                      </p:cBhvr>
                                      <p:tavLst>
                                        <p:tav tm="0">
                                          <p:val>
                                            <p:strVal val="#ppt_x"/>
                                          </p:val>
                                        </p:tav>
                                        <p:tav tm="100000">
                                          <p:val>
                                            <p:strVal val="#ppt_x"/>
                                          </p:val>
                                        </p:tav>
                                      </p:tavLst>
                                    </p:anim>
                                    <p:anim calcmode="lin" valueType="num">
                                      <p:cBhvr>
                                        <p:cTn id="44" dur="5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Box 3"/>
          <p:cNvSpPr>
            <a:spLocks noChangeArrowheads="1"/>
          </p:cNvSpPr>
          <p:nvPr/>
        </p:nvSpPr>
        <p:spPr bwMode="auto">
          <a:xfrm>
            <a:off x="293677" y="1197031"/>
            <a:ext cx="8712200" cy="521706"/>
          </a:xfrm>
          <a:prstGeom prst="roundRect">
            <a:avLst>
              <a:gd name="adj" fmla="val 3278"/>
            </a:avLst>
          </a:prstGeom>
          <a:noFill/>
          <a:ln w="9525">
            <a:noFill/>
            <a:round/>
          </a:ln>
          <a:extLst>
            <a:ext uri="{909E8E84-426E-40DD-AFC4-6F175D3DCCD1}">
              <a14:hiddenFill xmlns:a14="http://schemas.microsoft.com/office/drawing/2010/main">
                <a:solidFill>
                  <a:srgbClr val="FFFFFF"/>
                </a:solidFill>
              </a14:hiddenFill>
            </a:ext>
          </a:extLst>
        </p:spPr>
        <p:txBody>
          <a:bodyPr>
            <a:spAutoFit/>
          </a:bodyPr>
          <a:lstStyle>
            <a:lvl1pPr marL="342900" indent="-342900">
              <a:defRPr b="1">
                <a:solidFill>
                  <a:schemeClr val="tx1"/>
                </a:solidFill>
                <a:latin typeface="Calibri" panose="020F0502020204030204" pitchFamily="34" charset="0"/>
                <a:ea typeface="宋体" panose="02010600030101010101" pitchFamily="2" charset="-122"/>
              </a:defRPr>
            </a:lvl1pPr>
            <a:lvl2pPr marL="742950" indent="-285750">
              <a:defRPr b="1">
                <a:solidFill>
                  <a:schemeClr val="tx1"/>
                </a:solidFill>
                <a:latin typeface="Calibri" panose="020F0502020204030204" pitchFamily="34" charset="0"/>
                <a:ea typeface="宋体" panose="02010600030101010101" pitchFamily="2" charset="-122"/>
              </a:defRPr>
            </a:lvl2pPr>
            <a:lvl3pPr marL="1143000" indent="-228600">
              <a:defRPr b="1">
                <a:solidFill>
                  <a:schemeClr val="tx1"/>
                </a:solidFill>
                <a:latin typeface="Calibri" panose="020F0502020204030204" pitchFamily="34" charset="0"/>
                <a:ea typeface="宋体" panose="02010600030101010101" pitchFamily="2" charset="-122"/>
              </a:defRPr>
            </a:lvl3pPr>
            <a:lvl4pPr marL="1600200" indent="-228600">
              <a:defRPr b="1">
                <a:solidFill>
                  <a:schemeClr val="tx1"/>
                </a:solidFill>
                <a:latin typeface="Calibri" panose="020F0502020204030204" pitchFamily="34" charset="0"/>
                <a:ea typeface="宋体" panose="02010600030101010101" pitchFamily="2" charset="-122"/>
              </a:defRPr>
            </a:lvl4pPr>
            <a:lvl5pPr marL="2057400" indent="-228600">
              <a:defRPr b="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Calibri" panose="020F0502020204030204" pitchFamily="34" charset="0"/>
                <a:ea typeface="宋体" panose="02010600030101010101" pitchFamily="2" charset="-122"/>
              </a:defRPr>
            </a:lvl9pPr>
          </a:lstStyle>
          <a:p>
            <a:pPr defTabSz="914400" eaLnBrk="1" hangingPunct="1">
              <a:lnSpc>
                <a:spcPct val="125000"/>
              </a:lnSpc>
              <a:spcBef>
                <a:spcPts val="1200"/>
              </a:spcBef>
              <a:buClr>
                <a:srgbClr val="0033CC"/>
              </a:buClr>
              <a:buFont typeface="Wingdings" panose="05000000000000000000" pitchFamily="2" charset="2"/>
              <a:buChar char="q"/>
            </a:pPr>
            <a:r>
              <a:rPr lang="zh-CN" altLang="en-US" sz="2400" dirty="0">
                <a:solidFill>
                  <a:srgbClr val="FF0000"/>
                </a:solidFill>
                <a:latin typeface="微软雅黑" panose="020B0503020204020204" pitchFamily="34" charset="-122"/>
                <a:ea typeface="微软雅黑" panose="020B0503020204020204" pitchFamily="34" charset="-122"/>
              </a:rPr>
              <a:t>如何申请</a:t>
            </a:r>
            <a:r>
              <a:rPr lang="en-US" altLang="zh-CN" sz="2400" dirty="0">
                <a:solidFill>
                  <a:srgbClr val="FF0000"/>
                </a:solidFill>
                <a:latin typeface="微软雅黑" panose="020B0503020204020204" pitchFamily="34" charset="-122"/>
                <a:ea typeface="微软雅黑" panose="020B0503020204020204" pitchFamily="34" charset="-122"/>
              </a:rPr>
              <a:t>SRTP</a:t>
            </a:r>
            <a:r>
              <a:rPr lang="zh-CN" altLang="en-US" sz="2400" dirty="0">
                <a:solidFill>
                  <a:srgbClr val="FF0000"/>
                </a:solidFill>
                <a:latin typeface="微软雅黑" panose="020B0503020204020204" pitchFamily="34" charset="-122"/>
                <a:ea typeface="微软雅黑" panose="020B0503020204020204" pitchFamily="34" charset="-122"/>
              </a:rPr>
              <a:t>项目？</a:t>
            </a:r>
            <a:endParaRPr lang="en-US" altLang="zh-CN" sz="2400" dirty="0">
              <a:solidFill>
                <a:srgbClr val="FF0000"/>
              </a:solidFill>
              <a:latin typeface="微软雅黑" panose="020B0503020204020204" pitchFamily="34" charset="-122"/>
              <a:ea typeface="微软雅黑" panose="020B0503020204020204" pitchFamily="34" charset="-122"/>
            </a:endParaRPr>
          </a:p>
        </p:txBody>
      </p:sp>
      <p:sp>
        <p:nvSpPr>
          <p:cNvPr id="72" name="文本框 6"/>
          <p:cNvSpPr txBox="1"/>
          <p:nvPr/>
        </p:nvSpPr>
        <p:spPr>
          <a:xfrm>
            <a:off x="271463" y="294021"/>
            <a:ext cx="4085035" cy="584775"/>
          </a:xfrm>
          <a:prstGeom prst="rect">
            <a:avLst/>
          </a:prstGeom>
          <a:solidFill>
            <a:srgbClr val="075C8E"/>
          </a:solidFill>
          <a:ln w="9525">
            <a:noFill/>
          </a:ln>
        </p:spPr>
        <p:txBody>
          <a:bodyPr anchor="ctr">
            <a:spAutoFit/>
          </a:bodyPr>
          <a:lstStyle/>
          <a:p>
            <a:pPr>
              <a:spcBef>
                <a:spcPts val="600"/>
              </a:spcBef>
              <a:spcAft>
                <a:spcPts val="600"/>
              </a:spcAft>
            </a:pPr>
            <a:r>
              <a:rPr lang="en-US" altLang="zh-CN" sz="3200" b="1" dirty="0">
                <a:solidFill>
                  <a:schemeClr val="bg1"/>
                </a:solidFill>
                <a:latin typeface="黑体" panose="02010609060101010101" pitchFamily="49" charset="-122"/>
                <a:ea typeface="黑体" panose="02010609060101010101" pitchFamily="49" charset="-122"/>
              </a:rPr>
              <a:t>2 </a:t>
            </a:r>
            <a:r>
              <a:rPr lang="zh-CN" altLang="en-US" sz="3200" b="1" dirty="0">
                <a:solidFill>
                  <a:schemeClr val="bg1"/>
                </a:solidFill>
                <a:latin typeface="黑体" panose="02010609060101010101" pitchFamily="49" charset="-122"/>
                <a:ea typeface="黑体" panose="02010609060101010101" pitchFamily="49" charset="-122"/>
              </a:rPr>
              <a:t>申请流程</a:t>
            </a:r>
            <a:endParaRPr lang="zh-CN" altLang="en-US" sz="3200" b="1" dirty="0">
              <a:solidFill>
                <a:schemeClr val="bg1"/>
              </a:solidFill>
              <a:latin typeface="黑体" panose="02010609060101010101" pitchFamily="49" charset="-122"/>
              <a:ea typeface="黑体" panose="02010609060101010101" pitchFamily="49" charset="-122"/>
            </a:endParaRPr>
          </a:p>
        </p:txBody>
      </p:sp>
      <p:grpSp>
        <p:nvGrpSpPr>
          <p:cNvPr id="19" name="组合 18"/>
          <p:cNvGrpSpPr/>
          <p:nvPr/>
        </p:nvGrpSpPr>
        <p:grpSpPr>
          <a:xfrm>
            <a:off x="828052" y="1631941"/>
            <a:ext cx="870346" cy="1349466"/>
            <a:chOff x="890391" y="1715162"/>
            <a:chExt cx="870346" cy="1349466"/>
          </a:xfrm>
        </p:grpSpPr>
        <p:sp>
          <p:nvSpPr>
            <p:cNvPr id="16" name="箭头: V 形 15"/>
            <p:cNvSpPr/>
            <p:nvPr/>
          </p:nvSpPr>
          <p:spPr>
            <a:xfrm rot="5400000">
              <a:off x="650831" y="1954722"/>
              <a:ext cx="1349466" cy="870346"/>
            </a:xfrm>
            <a:prstGeom prst="chevron">
              <a:avLst/>
            </a:prstGeom>
            <a:solidFill>
              <a:srgbClr val="FFC000"/>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zh-CN" altLang="en-US"/>
            </a:p>
          </p:txBody>
        </p:sp>
        <p:sp>
          <p:nvSpPr>
            <p:cNvPr id="12" name="文本框 11"/>
            <p:cNvSpPr txBox="1"/>
            <p:nvPr/>
          </p:nvSpPr>
          <p:spPr>
            <a:xfrm>
              <a:off x="949963" y="2104652"/>
              <a:ext cx="751202" cy="707886"/>
            </a:xfrm>
            <a:prstGeom prst="rect">
              <a:avLst/>
            </a:prstGeom>
            <a:noFill/>
          </p:spPr>
          <p:txBody>
            <a:bodyPr wrap="square" rtlCol="0">
              <a:spAutoFit/>
            </a:bodyPr>
            <a:lstStyle/>
            <a:p>
              <a:r>
                <a:rPr lang="zh-CN" altLang="en-US" sz="2000" b="1" dirty="0">
                  <a:latin typeface="+mn-ea"/>
                  <a:ea typeface="+mn-ea"/>
                </a:rPr>
                <a:t>创立团队</a:t>
              </a:r>
              <a:endParaRPr lang="zh-CN" altLang="en-US" sz="2000" b="1" dirty="0">
                <a:latin typeface="+mn-ea"/>
                <a:ea typeface="+mn-ea"/>
              </a:endParaRPr>
            </a:p>
          </p:txBody>
        </p:sp>
      </p:grpSp>
      <p:grpSp>
        <p:nvGrpSpPr>
          <p:cNvPr id="20" name="组合 19"/>
          <p:cNvGrpSpPr/>
          <p:nvPr/>
        </p:nvGrpSpPr>
        <p:grpSpPr>
          <a:xfrm>
            <a:off x="825452" y="2661939"/>
            <a:ext cx="870346" cy="1349467"/>
            <a:chOff x="900051" y="2205019"/>
            <a:chExt cx="870346" cy="1583977"/>
          </a:xfrm>
        </p:grpSpPr>
        <p:sp>
          <p:nvSpPr>
            <p:cNvPr id="21" name="箭头: V 形 20"/>
            <p:cNvSpPr/>
            <p:nvPr/>
          </p:nvSpPr>
          <p:spPr>
            <a:xfrm rot="5400000">
              <a:off x="543235" y="2561835"/>
              <a:ext cx="1583977" cy="870346"/>
            </a:xfrm>
            <a:prstGeom prst="chevron">
              <a:avLst/>
            </a:prstGeom>
            <a:solidFill>
              <a:srgbClr val="92D050"/>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zh-CN" altLang="en-US"/>
            </a:p>
          </p:txBody>
        </p:sp>
        <p:sp>
          <p:nvSpPr>
            <p:cNvPr id="22" name="文本框 21"/>
            <p:cNvSpPr txBox="1"/>
            <p:nvPr/>
          </p:nvSpPr>
          <p:spPr>
            <a:xfrm>
              <a:off x="959032" y="2643065"/>
              <a:ext cx="808175" cy="830902"/>
            </a:xfrm>
            <a:prstGeom prst="rect">
              <a:avLst/>
            </a:prstGeom>
            <a:noFill/>
          </p:spPr>
          <p:txBody>
            <a:bodyPr wrap="square" rtlCol="0">
              <a:spAutoFit/>
            </a:bodyPr>
            <a:lstStyle/>
            <a:p>
              <a:r>
                <a:rPr lang="zh-CN" altLang="en-US" sz="2000" b="1" dirty="0">
                  <a:solidFill>
                    <a:srgbClr val="FF0000"/>
                  </a:solidFill>
                  <a:latin typeface="+mn-ea"/>
                  <a:ea typeface="+mn-ea"/>
                </a:rPr>
                <a:t>确定题目</a:t>
              </a:r>
              <a:endParaRPr lang="zh-CN" altLang="en-US" sz="2000" b="1" dirty="0">
                <a:solidFill>
                  <a:srgbClr val="FF0000"/>
                </a:solidFill>
                <a:latin typeface="+mn-ea"/>
                <a:ea typeface="+mn-ea"/>
              </a:endParaRPr>
            </a:p>
          </p:txBody>
        </p:sp>
      </p:grpSp>
      <p:grpSp>
        <p:nvGrpSpPr>
          <p:cNvPr id="18" name="组合 17"/>
          <p:cNvGrpSpPr/>
          <p:nvPr/>
        </p:nvGrpSpPr>
        <p:grpSpPr>
          <a:xfrm>
            <a:off x="825451" y="3672520"/>
            <a:ext cx="946418" cy="1844451"/>
            <a:chOff x="926183" y="4425915"/>
            <a:chExt cx="946418" cy="2231589"/>
          </a:xfrm>
        </p:grpSpPr>
        <p:sp>
          <p:nvSpPr>
            <p:cNvPr id="25" name="箭头: V 形 24"/>
            <p:cNvSpPr/>
            <p:nvPr/>
          </p:nvSpPr>
          <p:spPr>
            <a:xfrm rot="5400000">
              <a:off x="245561" y="5106537"/>
              <a:ext cx="2231589" cy="870346"/>
            </a:xfrm>
            <a:prstGeom prst="chevron">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zh-CN" altLang="en-US"/>
            </a:p>
          </p:txBody>
        </p:sp>
        <p:sp>
          <p:nvSpPr>
            <p:cNvPr id="26" name="文本框 25"/>
            <p:cNvSpPr txBox="1"/>
            <p:nvPr/>
          </p:nvSpPr>
          <p:spPr>
            <a:xfrm>
              <a:off x="1002255" y="4835932"/>
              <a:ext cx="870346" cy="1601220"/>
            </a:xfrm>
            <a:prstGeom prst="rect">
              <a:avLst/>
            </a:prstGeom>
            <a:noFill/>
          </p:spPr>
          <p:txBody>
            <a:bodyPr wrap="square" rtlCol="0">
              <a:spAutoFit/>
            </a:bodyPr>
            <a:lstStyle/>
            <a:p>
              <a:r>
                <a:rPr lang="zh-CN" altLang="en-US" sz="2000" b="1" dirty="0">
                  <a:latin typeface="+mn-ea"/>
                  <a:ea typeface="+mn-ea"/>
                </a:rPr>
                <a:t>撰写申报书及提交</a:t>
              </a:r>
              <a:endParaRPr lang="zh-CN" altLang="en-US" sz="2000" b="1" dirty="0">
                <a:latin typeface="+mn-ea"/>
                <a:ea typeface="+mn-ea"/>
              </a:endParaRPr>
            </a:p>
          </p:txBody>
        </p:sp>
      </p:grpSp>
      <p:grpSp>
        <p:nvGrpSpPr>
          <p:cNvPr id="28" name="组合 27"/>
          <p:cNvGrpSpPr/>
          <p:nvPr/>
        </p:nvGrpSpPr>
        <p:grpSpPr>
          <a:xfrm>
            <a:off x="822262" y="5223722"/>
            <a:ext cx="870346" cy="1349466"/>
            <a:chOff x="890391" y="1715162"/>
            <a:chExt cx="870346" cy="1349466"/>
          </a:xfrm>
          <a:solidFill>
            <a:srgbClr val="FFFF00"/>
          </a:solidFill>
        </p:grpSpPr>
        <p:sp>
          <p:nvSpPr>
            <p:cNvPr id="29" name="箭头: V 形 28"/>
            <p:cNvSpPr/>
            <p:nvPr/>
          </p:nvSpPr>
          <p:spPr>
            <a:xfrm rot="5400000">
              <a:off x="650831" y="1954722"/>
              <a:ext cx="1349466" cy="870346"/>
            </a:xfrm>
            <a:prstGeom prst="chevron">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zh-CN" altLang="en-US"/>
            </a:p>
          </p:txBody>
        </p:sp>
        <p:sp>
          <p:nvSpPr>
            <p:cNvPr id="30" name="文本框 29"/>
            <p:cNvSpPr txBox="1"/>
            <p:nvPr/>
          </p:nvSpPr>
          <p:spPr>
            <a:xfrm>
              <a:off x="949963" y="2104652"/>
              <a:ext cx="751202" cy="707886"/>
            </a:xfrm>
            <a:prstGeom prst="rect">
              <a:avLst/>
            </a:prstGeom>
            <a:noFill/>
          </p:spPr>
          <p:txBody>
            <a:bodyPr wrap="square" rtlCol="0">
              <a:spAutoFit/>
            </a:bodyPr>
            <a:lstStyle/>
            <a:p>
              <a:r>
                <a:rPr lang="zh-CN" altLang="en-US" sz="2000" b="1" dirty="0">
                  <a:latin typeface="+mn-ea"/>
                  <a:ea typeface="+mn-ea"/>
                </a:rPr>
                <a:t>立项答辩</a:t>
              </a:r>
              <a:endParaRPr lang="zh-CN" altLang="en-US" sz="2000" b="1" dirty="0">
                <a:latin typeface="+mn-ea"/>
                <a:ea typeface="+mn-ea"/>
              </a:endParaRPr>
            </a:p>
          </p:txBody>
        </p:sp>
      </p:grpSp>
      <p:sp>
        <p:nvSpPr>
          <p:cNvPr id="32" name="文本框 31"/>
          <p:cNvSpPr txBox="1"/>
          <p:nvPr/>
        </p:nvSpPr>
        <p:spPr>
          <a:xfrm>
            <a:off x="2169762" y="1717105"/>
            <a:ext cx="2648623" cy="5058564"/>
          </a:xfrm>
          <a:prstGeom prst="rect">
            <a:avLst/>
          </a:prstGeom>
          <a:noFill/>
          <a:ln>
            <a:solidFill>
              <a:schemeClr val="tx1"/>
            </a:solidFill>
            <a:prstDash val="lgDash"/>
          </a:ln>
        </p:spPr>
        <p:txBody>
          <a:bodyPr wrap="square" rtlCol="0">
            <a:spAutoFit/>
          </a:bodyPr>
          <a:lstStyle/>
          <a:p>
            <a:pPr marL="285750" indent="-285750">
              <a:lnSpc>
                <a:spcPct val="125000"/>
              </a:lnSpc>
              <a:buFont typeface="Wingdings" panose="05000000000000000000" pitchFamily="2" charset="2"/>
              <a:buChar char="Ø"/>
            </a:pPr>
            <a:r>
              <a:rPr lang="zh-CN" altLang="en-US" sz="2000" dirty="0">
                <a:latin typeface="+mn-ea"/>
                <a:ea typeface="+mn-ea"/>
              </a:rPr>
              <a:t>项目命题应具有一定的</a:t>
            </a:r>
            <a:r>
              <a:rPr lang="zh-CN" altLang="en-US" sz="2000" dirty="0">
                <a:solidFill>
                  <a:srgbClr val="FF0000"/>
                </a:solidFill>
                <a:latin typeface="+mn-ea"/>
                <a:ea typeface="+mn-ea"/>
              </a:rPr>
              <a:t>学术价值、理论意义或现实意义</a:t>
            </a:r>
            <a:r>
              <a:rPr lang="zh-CN" altLang="en-US" sz="2000" dirty="0">
                <a:latin typeface="+mn-ea"/>
                <a:ea typeface="+mn-ea"/>
              </a:rPr>
              <a:t>。鼓励直接来源于产业一线、科技前沿的选题。</a:t>
            </a:r>
            <a:endParaRPr lang="en-US" altLang="zh-CN" sz="2000" dirty="0">
              <a:latin typeface="+mn-ea"/>
              <a:ea typeface="+mn-ea"/>
            </a:endParaRPr>
          </a:p>
          <a:p>
            <a:pPr marL="285750" indent="-285750">
              <a:lnSpc>
                <a:spcPct val="125000"/>
              </a:lnSpc>
              <a:buFont typeface="Wingdings" panose="05000000000000000000" pitchFamily="2" charset="2"/>
              <a:buChar char="Ø"/>
            </a:pPr>
            <a:r>
              <a:rPr lang="zh-CN" altLang="en-US" sz="2000" dirty="0">
                <a:latin typeface="+mn-ea"/>
                <a:ea typeface="+mn-ea"/>
              </a:rPr>
              <a:t>鼓励开展具有一定创新性的基础理论研究和有针对性的应用研究课题，鼓励新兴边缘学科研究和跨学科的交叉综合研究选题</a:t>
            </a:r>
            <a:r>
              <a:rPr lang="zh-CN" altLang="en-US" sz="2000" b="1" dirty="0">
                <a:latin typeface="+mn-ea"/>
                <a:ea typeface="+mn-ea"/>
              </a:rPr>
              <a:t>。</a:t>
            </a:r>
            <a:endParaRPr lang="en-US" altLang="zh-CN" sz="2000" b="1" dirty="0">
              <a:latin typeface="+mn-ea"/>
              <a:ea typeface="+mn-ea"/>
            </a:endParaRPr>
          </a:p>
        </p:txBody>
      </p:sp>
      <p:cxnSp>
        <p:nvCxnSpPr>
          <p:cNvPr id="23" name="直接连接符 22"/>
          <p:cNvCxnSpPr>
            <a:endCxn id="32" idx="1"/>
          </p:cNvCxnSpPr>
          <p:nvPr/>
        </p:nvCxnSpPr>
        <p:spPr>
          <a:xfrm>
            <a:off x="1004478" y="3138041"/>
            <a:ext cx="1165284" cy="1108346"/>
          </a:xfrm>
          <a:prstGeom prst="line">
            <a:avLst/>
          </a:prstGeom>
          <a:ln>
            <a:headEnd type="oval" w="med" len="med"/>
            <a:tailEnd type="oval" w="med" len="med"/>
          </a:ln>
        </p:spPr>
        <p:style>
          <a:lnRef idx="1">
            <a:schemeClr val="accent2"/>
          </a:lnRef>
          <a:fillRef idx="0">
            <a:schemeClr val="accent2"/>
          </a:fillRef>
          <a:effectRef idx="0">
            <a:schemeClr val="accent2"/>
          </a:effectRef>
          <a:fontRef idx="minor">
            <a:schemeClr val="tx1"/>
          </a:fontRef>
        </p:style>
      </p:cxnSp>
      <p:pic>
        <p:nvPicPr>
          <p:cNvPr id="4" name="图片 3"/>
          <p:cNvPicPr>
            <a:picLocks noChangeAspect="1"/>
          </p:cNvPicPr>
          <p:nvPr/>
        </p:nvPicPr>
        <p:blipFill>
          <a:blip r:embed="rId1"/>
          <a:stretch>
            <a:fillRect/>
          </a:stretch>
        </p:blipFill>
        <p:spPr>
          <a:xfrm>
            <a:off x="4953248" y="2009354"/>
            <a:ext cx="3917766" cy="4474065"/>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anim calcmode="lin" valueType="num">
                                      <p:cBhvr>
                                        <p:cTn id="8" dur="500" fill="hold"/>
                                        <p:tgtEl>
                                          <p:spTgt spid="14"/>
                                        </p:tgtEl>
                                        <p:attrNameLst>
                                          <p:attrName>ppt_x</p:attrName>
                                        </p:attrNameLst>
                                      </p:cBhvr>
                                      <p:tavLst>
                                        <p:tav tm="0">
                                          <p:val>
                                            <p:strVal val="#ppt_x"/>
                                          </p:val>
                                        </p:tav>
                                        <p:tav tm="100000">
                                          <p:val>
                                            <p:strVal val="#ppt_x"/>
                                          </p:val>
                                        </p:tav>
                                      </p:tavLst>
                                    </p:anim>
                                    <p:anim calcmode="lin" valueType="num">
                                      <p:cBhvr>
                                        <p:cTn id="9" dur="500" fill="hold"/>
                                        <p:tgtEl>
                                          <p:spTgt spid="14"/>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nodeType="after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anim calcmode="lin" valueType="num">
                                      <p:cBhvr>
                                        <p:cTn id="14" dur="500" fill="hold"/>
                                        <p:tgtEl>
                                          <p:spTgt spid="19"/>
                                        </p:tgtEl>
                                        <p:attrNameLst>
                                          <p:attrName>ppt_x</p:attrName>
                                        </p:attrNameLst>
                                      </p:cBhvr>
                                      <p:tavLst>
                                        <p:tav tm="0">
                                          <p:val>
                                            <p:strVal val="#ppt_x"/>
                                          </p:val>
                                        </p:tav>
                                        <p:tav tm="100000">
                                          <p:val>
                                            <p:strVal val="#ppt_x"/>
                                          </p:val>
                                        </p:tav>
                                      </p:tavLst>
                                    </p:anim>
                                    <p:anim calcmode="lin" valueType="num">
                                      <p:cBhvr>
                                        <p:cTn id="15" dur="500" fill="hold"/>
                                        <p:tgtEl>
                                          <p:spTgt spid="19"/>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nodeType="after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500"/>
                                        <p:tgtEl>
                                          <p:spTgt spid="20"/>
                                        </p:tgtEl>
                                      </p:cBhvr>
                                    </p:animEffect>
                                    <p:anim calcmode="lin" valueType="num">
                                      <p:cBhvr>
                                        <p:cTn id="20" dur="500" fill="hold"/>
                                        <p:tgtEl>
                                          <p:spTgt spid="20"/>
                                        </p:tgtEl>
                                        <p:attrNameLst>
                                          <p:attrName>ppt_x</p:attrName>
                                        </p:attrNameLst>
                                      </p:cBhvr>
                                      <p:tavLst>
                                        <p:tav tm="0">
                                          <p:val>
                                            <p:strVal val="#ppt_x"/>
                                          </p:val>
                                        </p:tav>
                                        <p:tav tm="100000">
                                          <p:val>
                                            <p:strVal val="#ppt_x"/>
                                          </p:val>
                                        </p:tav>
                                      </p:tavLst>
                                    </p:anim>
                                    <p:anim calcmode="lin" valueType="num">
                                      <p:cBhvr>
                                        <p:cTn id="21" dur="500" fill="hold"/>
                                        <p:tgtEl>
                                          <p:spTgt spid="20"/>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2" presetClass="entr" presetSubtype="0" fill="hold" nodeType="after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500"/>
                                        <p:tgtEl>
                                          <p:spTgt spid="23"/>
                                        </p:tgtEl>
                                      </p:cBhvr>
                                    </p:animEffect>
                                    <p:anim calcmode="lin" valueType="num">
                                      <p:cBhvr>
                                        <p:cTn id="26" dur="500" fill="hold"/>
                                        <p:tgtEl>
                                          <p:spTgt spid="23"/>
                                        </p:tgtEl>
                                        <p:attrNameLst>
                                          <p:attrName>ppt_x</p:attrName>
                                        </p:attrNameLst>
                                      </p:cBhvr>
                                      <p:tavLst>
                                        <p:tav tm="0">
                                          <p:val>
                                            <p:strVal val="#ppt_x"/>
                                          </p:val>
                                        </p:tav>
                                        <p:tav tm="100000">
                                          <p:val>
                                            <p:strVal val="#ppt_x"/>
                                          </p:val>
                                        </p:tav>
                                      </p:tavLst>
                                    </p:anim>
                                    <p:anim calcmode="lin" valueType="num">
                                      <p:cBhvr>
                                        <p:cTn id="27" dur="500" fill="hold"/>
                                        <p:tgtEl>
                                          <p:spTgt spid="23"/>
                                        </p:tgtEl>
                                        <p:attrNameLst>
                                          <p:attrName>ppt_y</p:attrName>
                                        </p:attrNameLst>
                                      </p:cBhvr>
                                      <p:tavLst>
                                        <p:tav tm="0">
                                          <p:val>
                                            <p:strVal val="#ppt_y+.1"/>
                                          </p:val>
                                        </p:tav>
                                        <p:tav tm="100000">
                                          <p:val>
                                            <p:strVal val="#ppt_y"/>
                                          </p:val>
                                        </p:tav>
                                      </p:tavLst>
                                    </p:anim>
                                  </p:childTnLst>
                                </p:cTn>
                              </p:par>
                            </p:childTnLst>
                          </p:cTn>
                        </p:par>
                        <p:par>
                          <p:cTn id="28" fill="hold">
                            <p:stCondLst>
                              <p:cond delay="2000"/>
                            </p:stCondLst>
                            <p:childTnLst>
                              <p:par>
                                <p:cTn id="29" presetID="42" presetClass="entr" presetSubtype="0" fill="hold" grpId="0" nodeType="afterEffect">
                                  <p:stCondLst>
                                    <p:cond delay="0"/>
                                  </p:stCondLst>
                                  <p:childTnLst>
                                    <p:set>
                                      <p:cBhvr>
                                        <p:cTn id="30" dur="1" fill="hold">
                                          <p:stCondLst>
                                            <p:cond delay="0"/>
                                          </p:stCondLst>
                                        </p:cTn>
                                        <p:tgtEl>
                                          <p:spTgt spid="32"/>
                                        </p:tgtEl>
                                        <p:attrNameLst>
                                          <p:attrName>style.visibility</p:attrName>
                                        </p:attrNameLst>
                                      </p:cBhvr>
                                      <p:to>
                                        <p:strVal val="visible"/>
                                      </p:to>
                                    </p:set>
                                    <p:animEffect transition="in" filter="fade">
                                      <p:cBhvr>
                                        <p:cTn id="31" dur="500"/>
                                        <p:tgtEl>
                                          <p:spTgt spid="32"/>
                                        </p:tgtEl>
                                      </p:cBhvr>
                                    </p:animEffect>
                                    <p:anim calcmode="lin" valueType="num">
                                      <p:cBhvr>
                                        <p:cTn id="32" dur="500" fill="hold"/>
                                        <p:tgtEl>
                                          <p:spTgt spid="32"/>
                                        </p:tgtEl>
                                        <p:attrNameLst>
                                          <p:attrName>ppt_x</p:attrName>
                                        </p:attrNameLst>
                                      </p:cBhvr>
                                      <p:tavLst>
                                        <p:tav tm="0">
                                          <p:val>
                                            <p:strVal val="#ppt_x"/>
                                          </p:val>
                                        </p:tav>
                                        <p:tav tm="100000">
                                          <p:val>
                                            <p:strVal val="#ppt_x"/>
                                          </p:val>
                                        </p:tav>
                                      </p:tavLst>
                                    </p:anim>
                                    <p:anim calcmode="lin" valueType="num">
                                      <p:cBhvr>
                                        <p:cTn id="33" dur="500" fill="hold"/>
                                        <p:tgtEl>
                                          <p:spTgt spid="32"/>
                                        </p:tgtEl>
                                        <p:attrNameLst>
                                          <p:attrName>ppt_y</p:attrName>
                                        </p:attrNameLst>
                                      </p:cBhvr>
                                      <p:tavLst>
                                        <p:tav tm="0">
                                          <p:val>
                                            <p:strVal val="#ppt_y+.1"/>
                                          </p:val>
                                        </p:tav>
                                        <p:tav tm="100000">
                                          <p:val>
                                            <p:strVal val="#ppt_y"/>
                                          </p:val>
                                        </p:tav>
                                      </p:tavLst>
                                    </p:anim>
                                  </p:childTnLst>
                                </p:cTn>
                              </p:par>
                            </p:childTnLst>
                          </p:cTn>
                        </p:par>
                        <p:par>
                          <p:cTn id="34" fill="hold">
                            <p:stCondLst>
                              <p:cond delay="2500"/>
                            </p:stCondLst>
                            <p:childTnLst>
                              <p:par>
                                <p:cTn id="35" presetID="42" presetClass="entr" presetSubtype="0" fill="hold" nodeType="after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500"/>
                                        <p:tgtEl>
                                          <p:spTgt spid="18"/>
                                        </p:tgtEl>
                                      </p:cBhvr>
                                    </p:animEffect>
                                    <p:anim calcmode="lin" valueType="num">
                                      <p:cBhvr>
                                        <p:cTn id="38" dur="500" fill="hold"/>
                                        <p:tgtEl>
                                          <p:spTgt spid="18"/>
                                        </p:tgtEl>
                                        <p:attrNameLst>
                                          <p:attrName>ppt_x</p:attrName>
                                        </p:attrNameLst>
                                      </p:cBhvr>
                                      <p:tavLst>
                                        <p:tav tm="0">
                                          <p:val>
                                            <p:strVal val="#ppt_x"/>
                                          </p:val>
                                        </p:tav>
                                        <p:tav tm="100000">
                                          <p:val>
                                            <p:strVal val="#ppt_x"/>
                                          </p:val>
                                        </p:tav>
                                      </p:tavLst>
                                    </p:anim>
                                    <p:anim calcmode="lin" valueType="num">
                                      <p:cBhvr>
                                        <p:cTn id="39" dur="500" fill="hold"/>
                                        <p:tgtEl>
                                          <p:spTgt spid="18"/>
                                        </p:tgtEl>
                                        <p:attrNameLst>
                                          <p:attrName>ppt_y</p:attrName>
                                        </p:attrNameLst>
                                      </p:cBhvr>
                                      <p:tavLst>
                                        <p:tav tm="0">
                                          <p:val>
                                            <p:strVal val="#ppt_y+.1"/>
                                          </p:val>
                                        </p:tav>
                                        <p:tav tm="100000">
                                          <p:val>
                                            <p:strVal val="#ppt_y"/>
                                          </p:val>
                                        </p:tav>
                                      </p:tavLst>
                                    </p:anim>
                                  </p:childTnLst>
                                </p:cTn>
                              </p:par>
                            </p:childTnLst>
                          </p:cTn>
                        </p:par>
                        <p:par>
                          <p:cTn id="40" fill="hold">
                            <p:stCondLst>
                              <p:cond delay="3000"/>
                            </p:stCondLst>
                            <p:childTnLst>
                              <p:par>
                                <p:cTn id="41" presetID="42" presetClass="entr" presetSubtype="0" fill="hold" nodeType="afterEffect">
                                  <p:stCondLst>
                                    <p:cond delay="0"/>
                                  </p:stCondLst>
                                  <p:childTnLst>
                                    <p:set>
                                      <p:cBhvr>
                                        <p:cTn id="42" dur="1" fill="hold">
                                          <p:stCondLst>
                                            <p:cond delay="0"/>
                                          </p:stCondLst>
                                        </p:cTn>
                                        <p:tgtEl>
                                          <p:spTgt spid="28"/>
                                        </p:tgtEl>
                                        <p:attrNameLst>
                                          <p:attrName>style.visibility</p:attrName>
                                        </p:attrNameLst>
                                      </p:cBhvr>
                                      <p:to>
                                        <p:strVal val="visible"/>
                                      </p:to>
                                    </p:set>
                                    <p:animEffect transition="in" filter="fade">
                                      <p:cBhvr>
                                        <p:cTn id="43" dur="500"/>
                                        <p:tgtEl>
                                          <p:spTgt spid="28"/>
                                        </p:tgtEl>
                                      </p:cBhvr>
                                    </p:animEffect>
                                    <p:anim calcmode="lin" valueType="num">
                                      <p:cBhvr>
                                        <p:cTn id="44" dur="500" fill="hold"/>
                                        <p:tgtEl>
                                          <p:spTgt spid="28"/>
                                        </p:tgtEl>
                                        <p:attrNameLst>
                                          <p:attrName>ppt_x</p:attrName>
                                        </p:attrNameLst>
                                      </p:cBhvr>
                                      <p:tavLst>
                                        <p:tav tm="0">
                                          <p:val>
                                            <p:strVal val="#ppt_x"/>
                                          </p:val>
                                        </p:tav>
                                        <p:tav tm="100000">
                                          <p:val>
                                            <p:strVal val="#ppt_x"/>
                                          </p:val>
                                        </p:tav>
                                      </p:tavLst>
                                    </p:anim>
                                    <p:anim calcmode="lin" valueType="num">
                                      <p:cBhvr>
                                        <p:cTn id="45" dur="5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3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Box 3"/>
          <p:cNvSpPr>
            <a:spLocks noChangeArrowheads="1"/>
          </p:cNvSpPr>
          <p:nvPr/>
        </p:nvSpPr>
        <p:spPr bwMode="auto">
          <a:xfrm>
            <a:off x="293677" y="1197031"/>
            <a:ext cx="8712200" cy="521706"/>
          </a:xfrm>
          <a:prstGeom prst="roundRect">
            <a:avLst>
              <a:gd name="adj" fmla="val 3278"/>
            </a:avLst>
          </a:prstGeom>
          <a:noFill/>
          <a:ln w="9525">
            <a:noFill/>
            <a:round/>
          </a:ln>
          <a:extLst>
            <a:ext uri="{909E8E84-426E-40DD-AFC4-6F175D3DCCD1}">
              <a14:hiddenFill xmlns:a14="http://schemas.microsoft.com/office/drawing/2010/main">
                <a:solidFill>
                  <a:srgbClr val="FFFFFF"/>
                </a:solidFill>
              </a14:hiddenFill>
            </a:ext>
          </a:extLst>
        </p:spPr>
        <p:txBody>
          <a:bodyPr>
            <a:spAutoFit/>
          </a:bodyPr>
          <a:lstStyle>
            <a:lvl1pPr marL="342900" indent="-342900">
              <a:defRPr b="1">
                <a:solidFill>
                  <a:schemeClr val="tx1"/>
                </a:solidFill>
                <a:latin typeface="Calibri" panose="020F0502020204030204" pitchFamily="34" charset="0"/>
                <a:ea typeface="宋体" panose="02010600030101010101" pitchFamily="2" charset="-122"/>
              </a:defRPr>
            </a:lvl1pPr>
            <a:lvl2pPr marL="742950" indent="-285750">
              <a:defRPr b="1">
                <a:solidFill>
                  <a:schemeClr val="tx1"/>
                </a:solidFill>
                <a:latin typeface="Calibri" panose="020F0502020204030204" pitchFamily="34" charset="0"/>
                <a:ea typeface="宋体" panose="02010600030101010101" pitchFamily="2" charset="-122"/>
              </a:defRPr>
            </a:lvl2pPr>
            <a:lvl3pPr marL="1143000" indent="-228600">
              <a:defRPr b="1">
                <a:solidFill>
                  <a:schemeClr val="tx1"/>
                </a:solidFill>
                <a:latin typeface="Calibri" panose="020F0502020204030204" pitchFamily="34" charset="0"/>
                <a:ea typeface="宋体" panose="02010600030101010101" pitchFamily="2" charset="-122"/>
              </a:defRPr>
            </a:lvl3pPr>
            <a:lvl4pPr marL="1600200" indent="-228600">
              <a:defRPr b="1">
                <a:solidFill>
                  <a:schemeClr val="tx1"/>
                </a:solidFill>
                <a:latin typeface="Calibri" panose="020F0502020204030204" pitchFamily="34" charset="0"/>
                <a:ea typeface="宋体" panose="02010600030101010101" pitchFamily="2" charset="-122"/>
              </a:defRPr>
            </a:lvl4pPr>
            <a:lvl5pPr marL="2057400" indent="-228600">
              <a:defRPr b="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Calibri" panose="020F0502020204030204" pitchFamily="34" charset="0"/>
                <a:ea typeface="宋体" panose="02010600030101010101" pitchFamily="2" charset="-122"/>
              </a:defRPr>
            </a:lvl9pPr>
          </a:lstStyle>
          <a:p>
            <a:pPr defTabSz="914400" eaLnBrk="1" hangingPunct="1">
              <a:lnSpc>
                <a:spcPct val="125000"/>
              </a:lnSpc>
              <a:spcBef>
                <a:spcPts val="1200"/>
              </a:spcBef>
              <a:buClr>
                <a:srgbClr val="0033CC"/>
              </a:buClr>
              <a:buFont typeface="Wingdings" panose="05000000000000000000" pitchFamily="2" charset="2"/>
              <a:buChar char="q"/>
            </a:pPr>
            <a:r>
              <a:rPr lang="zh-CN" altLang="en-US" sz="2400" dirty="0">
                <a:solidFill>
                  <a:srgbClr val="FF0000"/>
                </a:solidFill>
                <a:latin typeface="微软雅黑" panose="020B0503020204020204" pitchFamily="34" charset="-122"/>
                <a:ea typeface="微软雅黑" panose="020B0503020204020204" pitchFamily="34" charset="-122"/>
              </a:rPr>
              <a:t>如何申请</a:t>
            </a:r>
            <a:r>
              <a:rPr lang="en-US" altLang="zh-CN" sz="2400" dirty="0">
                <a:solidFill>
                  <a:srgbClr val="FF0000"/>
                </a:solidFill>
                <a:latin typeface="微软雅黑" panose="020B0503020204020204" pitchFamily="34" charset="-122"/>
                <a:ea typeface="微软雅黑" panose="020B0503020204020204" pitchFamily="34" charset="-122"/>
              </a:rPr>
              <a:t>SRTP</a:t>
            </a:r>
            <a:r>
              <a:rPr lang="zh-CN" altLang="en-US" sz="2400" dirty="0">
                <a:solidFill>
                  <a:srgbClr val="FF0000"/>
                </a:solidFill>
                <a:latin typeface="微软雅黑" panose="020B0503020204020204" pitchFamily="34" charset="-122"/>
                <a:ea typeface="微软雅黑" panose="020B0503020204020204" pitchFamily="34" charset="-122"/>
              </a:rPr>
              <a:t>项目？</a:t>
            </a:r>
            <a:endParaRPr lang="en-US" altLang="zh-CN" sz="2400" dirty="0">
              <a:solidFill>
                <a:srgbClr val="FF0000"/>
              </a:solidFill>
              <a:latin typeface="微软雅黑" panose="020B0503020204020204" pitchFamily="34" charset="-122"/>
              <a:ea typeface="微软雅黑" panose="020B0503020204020204" pitchFamily="34" charset="-122"/>
            </a:endParaRPr>
          </a:p>
        </p:txBody>
      </p:sp>
      <p:sp>
        <p:nvSpPr>
          <p:cNvPr id="72" name="文本框 6"/>
          <p:cNvSpPr txBox="1"/>
          <p:nvPr/>
        </p:nvSpPr>
        <p:spPr>
          <a:xfrm>
            <a:off x="271463" y="294021"/>
            <a:ext cx="4085035" cy="584775"/>
          </a:xfrm>
          <a:prstGeom prst="rect">
            <a:avLst/>
          </a:prstGeom>
          <a:solidFill>
            <a:srgbClr val="075C8E"/>
          </a:solidFill>
          <a:ln w="9525">
            <a:noFill/>
          </a:ln>
        </p:spPr>
        <p:txBody>
          <a:bodyPr anchor="ctr">
            <a:spAutoFit/>
          </a:bodyPr>
          <a:lstStyle/>
          <a:p>
            <a:pPr>
              <a:spcBef>
                <a:spcPts val="600"/>
              </a:spcBef>
              <a:spcAft>
                <a:spcPts val="600"/>
              </a:spcAft>
            </a:pPr>
            <a:r>
              <a:rPr lang="en-US" altLang="zh-CN" sz="3200" b="1" dirty="0">
                <a:solidFill>
                  <a:schemeClr val="bg1"/>
                </a:solidFill>
                <a:latin typeface="黑体" panose="02010609060101010101" pitchFamily="49" charset="-122"/>
                <a:ea typeface="黑体" panose="02010609060101010101" pitchFamily="49" charset="-122"/>
              </a:rPr>
              <a:t>2 </a:t>
            </a:r>
            <a:r>
              <a:rPr lang="zh-CN" altLang="en-US" sz="3200" b="1" dirty="0">
                <a:solidFill>
                  <a:schemeClr val="bg1"/>
                </a:solidFill>
                <a:latin typeface="黑体" panose="02010609060101010101" pitchFamily="49" charset="-122"/>
                <a:ea typeface="黑体" panose="02010609060101010101" pitchFamily="49" charset="-122"/>
              </a:rPr>
              <a:t>申请流程</a:t>
            </a:r>
            <a:endParaRPr lang="zh-CN" altLang="en-US" sz="3200" b="1" dirty="0">
              <a:solidFill>
                <a:schemeClr val="bg1"/>
              </a:solidFill>
              <a:latin typeface="黑体" panose="02010609060101010101" pitchFamily="49" charset="-122"/>
              <a:ea typeface="黑体" panose="02010609060101010101" pitchFamily="49" charset="-122"/>
            </a:endParaRPr>
          </a:p>
        </p:txBody>
      </p:sp>
      <p:grpSp>
        <p:nvGrpSpPr>
          <p:cNvPr id="19" name="组合 18"/>
          <p:cNvGrpSpPr/>
          <p:nvPr/>
        </p:nvGrpSpPr>
        <p:grpSpPr>
          <a:xfrm>
            <a:off x="828052" y="1631941"/>
            <a:ext cx="870346" cy="1349466"/>
            <a:chOff x="890391" y="1715162"/>
            <a:chExt cx="870346" cy="1349466"/>
          </a:xfrm>
        </p:grpSpPr>
        <p:sp>
          <p:nvSpPr>
            <p:cNvPr id="16" name="箭头: V 形 15"/>
            <p:cNvSpPr/>
            <p:nvPr/>
          </p:nvSpPr>
          <p:spPr>
            <a:xfrm rot="5400000">
              <a:off x="650831" y="1954722"/>
              <a:ext cx="1349466" cy="870346"/>
            </a:xfrm>
            <a:prstGeom prst="chevron">
              <a:avLst/>
            </a:prstGeom>
            <a:solidFill>
              <a:srgbClr val="FFC000"/>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zh-CN" altLang="en-US"/>
            </a:p>
          </p:txBody>
        </p:sp>
        <p:sp>
          <p:nvSpPr>
            <p:cNvPr id="12" name="文本框 11"/>
            <p:cNvSpPr txBox="1"/>
            <p:nvPr/>
          </p:nvSpPr>
          <p:spPr>
            <a:xfrm>
              <a:off x="949963" y="2104652"/>
              <a:ext cx="751202" cy="707886"/>
            </a:xfrm>
            <a:prstGeom prst="rect">
              <a:avLst/>
            </a:prstGeom>
            <a:noFill/>
          </p:spPr>
          <p:txBody>
            <a:bodyPr wrap="square" rtlCol="0">
              <a:spAutoFit/>
            </a:bodyPr>
            <a:lstStyle/>
            <a:p>
              <a:r>
                <a:rPr lang="zh-CN" altLang="en-US" sz="2000" b="1" dirty="0">
                  <a:latin typeface="+mn-ea"/>
                  <a:ea typeface="+mn-ea"/>
                </a:rPr>
                <a:t>创立团队</a:t>
              </a:r>
              <a:endParaRPr lang="zh-CN" altLang="en-US" sz="2000" b="1" dirty="0">
                <a:latin typeface="+mn-ea"/>
                <a:ea typeface="+mn-ea"/>
              </a:endParaRPr>
            </a:p>
          </p:txBody>
        </p:sp>
      </p:grpSp>
      <p:grpSp>
        <p:nvGrpSpPr>
          <p:cNvPr id="20" name="组合 19"/>
          <p:cNvGrpSpPr/>
          <p:nvPr/>
        </p:nvGrpSpPr>
        <p:grpSpPr>
          <a:xfrm>
            <a:off x="825452" y="2661939"/>
            <a:ext cx="870346" cy="1349467"/>
            <a:chOff x="900051" y="2205019"/>
            <a:chExt cx="870346" cy="1583977"/>
          </a:xfrm>
        </p:grpSpPr>
        <p:sp>
          <p:nvSpPr>
            <p:cNvPr id="21" name="箭头: V 形 20"/>
            <p:cNvSpPr/>
            <p:nvPr/>
          </p:nvSpPr>
          <p:spPr>
            <a:xfrm rot="5400000">
              <a:off x="543235" y="2561835"/>
              <a:ext cx="1583977" cy="870346"/>
            </a:xfrm>
            <a:prstGeom prst="chevron">
              <a:avLst/>
            </a:prstGeom>
            <a:solidFill>
              <a:srgbClr val="92D050"/>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zh-CN" altLang="en-US"/>
            </a:p>
          </p:txBody>
        </p:sp>
        <p:sp>
          <p:nvSpPr>
            <p:cNvPr id="22" name="文本框 21"/>
            <p:cNvSpPr txBox="1"/>
            <p:nvPr/>
          </p:nvSpPr>
          <p:spPr>
            <a:xfrm>
              <a:off x="959032" y="2643065"/>
              <a:ext cx="808175" cy="830902"/>
            </a:xfrm>
            <a:prstGeom prst="rect">
              <a:avLst/>
            </a:prstGeom>
            <a:noFill/>
          </p:spPr>
          <p:txBody>
            <a:bodyPr wrap="square" rtlCol="0">
              <a:spAutoFit/>
            </a:bodyPr>
            <a:lstStyle/>
            <a:p>
              <a:r>
                <a:rPr lang="zh-CN" altLang="en-US" sz="2000" b="1" dirty="0">
                  <a:latin typeface="+mn-ea"/>
                  <a:ea typeface="+mn-ea"/>
                </a:rPr>
                <a:t>确定题目</a:t>
              </a:r>
              <a:endParaRPr lang="zh-CN" altLang="en-US" sz="2000" b="1" dirty="0">
                <a:latin typeface="+mn-ea"/>
                <a:ea typeface="+mn-ea"/>
              </a:endParaRPr>
            </a:p>
          </p:txBody>
        </p:sp>
      </p:grpSp>
      <p:grpSp>
        <p:nvGrpSpPr>
          <p:cNvPr id="18" name="组合 17"/>
          <p:cNvGrpSpPr/>
          <p:nvPr/>
        </p:nvGrpSpPr>
        <p:grpSpPr>
          <a:xfrm>
            <a:off x="825451" y="3672520"/>
            <a:ext cx="946418" cy="1844451"/>
            <a:chOff x="926183" y="4425915"/>
            <a:chExt cx="946418" cy="2231589"/>
          </a:xfrm>
        </p:grpSpPr>
        <p:sp>
          <p:nvSpPr>
            <p:cNvPr id="25" name="箭头: V 形 24"/>
            <p:cNvSpPr/>
            <p:nvPr/>
          </p:nvSpPr>
          <p:spPr>
            <a:xfrm rot="5400000">
              <a:off x="245561" y="5106537"/>
              <a:ext cx="2231589" cy="870346"/>
            </a:xfrm>
            <a:prstGeom prst="chevron">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zh-CN" altLang="en-US"/>
            </a:p>
          </p:txBody>
        </p:sp>
        <p:sp>
          <p:nvSpPr>
            <p:cNvPr id="26" name="文本框 25"/>
            <p:cNvSpPr txBox="1"/>
            <p:nvPr/>
          </p:nvSpPr>
          <p:spPr>
            <a:xfrm>
              <a:off x="1002255" y="4835932"/>
              <a:ext cx="870346" cy="1601220"/>
            </a:xfrm>
            <a:prstGeom prst="rect">
              <a:avLst/>
            </a:prstGeom>
            <a:noFill/>
          </p:spPr>
          <p:txBody>
            <a:bodyPr wrap="square" rtlCol="0">
              <a:spAutoFit/>
            </a:bodyPr>
            <a:lstStyle/>
            <a:p>
              <a:r>
                <a:rPr lang="zh-CN" altLang="en-US" sz="2000" b="1" dirty="0">
                  <a:solidFill>
                    <a:srgbClr val="FF0000"/>
                  </a:solidFill>
                  <a:latin typeface="+mn-ea"/>
                  <a:ea typeface="+mn-ea"/>
                </a:rPr>
                <a:t>撰写申报书及提交</a:t>
              </a:r>
              <a:endParaRPr lang="zh-CN" altLang="en-US" sz="2000" b="1" dirty="0">
                <a:solidFill>
                  <a:srgbClr val="FF0000"/>
                </a:solidFill>
                <a:latin typeface="+mn-ea"/>
                <a:ea typeface="+mn-ea"/>
              </a:endParaRPr>
            </a:p>
          </p:txBody>
        </p:sp>
      </p:grpSp>
      <p:grpSp>
        <p:nvGrpSpPr>
          <p:cNvPr id="28" name="组合 27"/>
          <p:cNvGrpSpPr/>
          <p:nvPr/>
        </p:nvGrpSpPr>
        <p:grpSpPr>
          <a:xfrm>
            <a:off x="822262" y="5223722"/>
            <a:ext cx="870346" cy="1349466"/>
            <a:chOff x="890391" y="1715162"/>
            <a:chExt cx="870346" cy="1349466"/>
          </a:xfrm>
          <a:solidFill>
            <a:srgbClr val="FFFF00"/>
          </a:solidFill>
        </p:grpSpPr>
        <p:sp>
          <p:nvSpPr>
            <p:cNvPr id="29" name="箭头: V 形 28"/>
            <p:cNvSpPr/>
            <p:nvPr/>
          </p:nvSpPr>
          <p:spPr>
            <a:xfrm rot="5400000">
              <a:off x="650831" y="1954722"/>
              <a:ext cx="1349466" cy="870346"/>
            </a:xfrm>
            <a:prstGeom prst="chevron">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zh-CN" altLang="en-US"/>
            </a:p>
          </p:txBody>
        </p:sp>
        <p:sp>
          <p:nvSpPr>
            <p:cNvPr id="30" name="文本框 29"/>
            <p:cNvSpPr txBox="1"/>
            <p:nvPr/>
          </p:nvSpPr>
          <p:spPr>
            <a:xfrm>
              <a:off x="949963" y="2104652"/>
              <a:ext cx="751202" cy="707886"/>
            </a:xfrm>
            <a:prstGeom prst="rect">
              <a:avLst/>
            </a:prstGeom>
            <a:noFill/>
          </p:spPr>
          <p:txBody>
            <a:bodyPr wrap="square" rtlCol="0">
              <a:spAutoFit/>
            </a:bodyPr>
            <a:lstStyle/>
            <a:p>
              <a:r>
                <a:rPr lang="zh-CN" altLang="en-US" sz="2000" b="1" dirty="0">
                  <a:latin typeface="+mn-ea"/>
                  <a:ea typeface="+mn-ea"/>
                </a:rPr>
                <a:t>立项答辩</a:t>
              </a:r>
              <a:endParaRPr lang="zh-CN" altLang="en-US" sz="2000" b="1" dirty="0">
                <a:latin typeface="+mn-ea"/>
                <a:ea typeface="+mn-ea"/>
              </a:endParaRPr>
            </a:p>
          </p:txBody>
        </p:sp>
      </p:grpSp>
      <p:sp>
        <p:nvSpPr>
          <p:cNvPr id="27" name="文本框 26"/>
          <p:cNvSpPr txBox="1"/>
          <p:nvPr/>
        </p:nvSpPr>
        <p:spPr>
          <a:xfrm>
            <a:off x="2898381" y="1726018"/>
            <a:ext cx="5921560" cy="4708790"/>
          </a:xfrm>
          <a:prstGeom prst="rect">
            <a:avLst/>
          </a:prstGeom>
          <a:noFill/>
          <a:ln>
            <a:solidFill>
              <a:schemeClr val="tx1"/>
            </a:solidFill>
            <a:prstDash val="lgDash"/>
          </a:ln>
        </p:spPr>
        <p:txBody>
          <a:bodyPr wrap="square" rtlCol="0">
            <a:spAutoFit/>
          </a:bodyPr>
          <a:lstStyle/>
          <a:p>
            <a:pPr marL="342900" indent="-342900">
              <a:lnSpc>
                <a:spcPct val="125000"/>
              </a:lnSpc>
              <a:buFont typeface="Wingdings" panose="05000000000000000000" pitchFamily="2" charset="2"/>
              <a:buChar char="Ø"/>
            </a:pPr>
            <a:r>
              <a:rPr lang="zh-CN" altLang="en-US" sz="2200" dirty="0">
                <a:latin typeface="+mn-ea"/>
                <a:ea typeface="+mn-ea"/>
              </a:rPr>
              <a:t>项目组成立后由队长组织成员与指导导师一起讨论确定研究内容等，并在指导老师的指导下在</a:t>
            </a:r>
            <a:r>
              <a:rPr lang="zh-CN" altLang="en-US" sz="2200" dirty="0">
                <a:solidFill>
                  <a:srgbClr val="FF0000"/>
                </a:solidFill>
                <a:latin typeface="+mn-ea"/>
                <a:ea typeface="+mn-ea"/>
              </a:rPr>
              <a:t>撰写申报书</a:t>
            </a:r>
            <a:r>
              <a:rPr lang="zh-CN" altLang="en-US" sz="2200" dirty="0">
                <a:latin typeface="+mn-ea"/>
                <a:ea typeface="+mn-ea"/>
              </a:rPr>
              <a:t>。</a:t>
            </a:r>
            <a:endParaRPr lang="en-US" altLang="zh-CN" sz="2200" dirty="0">
              <a:latin typeface="+mn-ea"/>
              <a:ea typeface="+mn-ea"/>
            </a:endParaRPr>
          </a:p>
          <a:p>
            <a:pPr marL="342900" indent="-342900">
              <a:lnSpc>
                <a:spcPct val="125000"/>
              </a:lnSpc>
              <a:buFont typeface="Wingdings" panose="05000000000000000000" pitchFamily="2" charset="2"/>
              <a:buChar char="Ø"/>
            </a:pPr>
            <a:r>
              <a:rPr lang="zh-CN" altLang="en-US" sz="2200" dirty="0">
                <a:latin typeface="+mn-ea"/>
                <a:ea typeface="+mn-ea"/>
              </a:rPr>
              <a:t>申报书需围绕</a:t>
            </a:r>
            <a:r>
              <a:rPr lang="zh-CN" altLang="en-US" sz="2200" dirty="0">
                <a:solidFill>
                  <a:srgbClr val="FF0000"/>
                </a:solidFill>
                <a:latin typeface="+mn-ea"/>
                <a:ea typeface="+mn-ea"/>
              </a:rPr>
              <a:t>研究内容、立项意义、研究路线、创新点、具备的研究条件、进度安排、预期研究目标及预期提交成果</a:t>
            </a:r>
            <a:r>
              <a:rPr lang="zh-CN" altLang="en-US" sz="2200" dirty="0">
                <a:latin typeface="+mn-ea"/>
                <a:ea typeface="+mn-ea"/>
              </a:rPr>
              <a:t>进行阐述。随后在“管理平台”上逐一进行命题的信息完善、填写预算和目标规划。</a:t>
            </a:r>
            <a:endParaRPr lang="en-US" altLang="zh-CN" sz="2200" dirty="0">
              <a:latin typeface="+mn-ea"/>
              <a:ea typeface="+mn-ea"/>
            </a:endParaRPr>
          </a:p>
          <a:p>
            <a:pPr marL="342900" indent="-342900">
              <a:lnSpc>
                <a:spcPct val="125000"/>
              </a:lnSpc>
              <a:buFont typeface="Wingdings" panose="05000000000000000000" pitchFamily="2" charset="2"/>
              <a:buChar char="Ø"/>
            </a:pPr>
            <a:r>
              <a:rPr lang="zh-CN" altLang="en-US" sz="2200" dirty="0">
                <a:latin typeface="+mn-ea"/>
                <a:ea typeface="+mn-ea"/>
              </a:rPr>
              <a:t>（</a:t>
            </a:r>
            <a:r>
              <a:rPr lang="en-US" altLang="zh-CN" sz="2200" dirty="0">
                <a:solidFill>
                  <a:srgbClr val="FF0000"/>
                </a:solidFill>
                <a:latin typeface="+mn-ea"/>
                <a:ea typeface="+mn-ea"/>
              </a:rPr>
              <a:t>2023</a:t>
            </a:r>
            <a:r>
              <a:rPr lang="zh-CN" altLang="en-US" sz="2200" dirty="0">
                <a:solidFill>
                  <a:srgbClr val="FF0000"/>
                </a:solidFill>
                <a:latin typeface="+mn-ea"/>
                <a:ea typeface="+mn-ea"/>
              </a:rPr>
              <a:t>年</a:t>
            </a:r>
            <a:r>
              <a:rPr lang="en-US" altLang="zh-CN" sz="2200" dirty="0">
                <a:solidFill>
                  <a:srgbClr val="FF0000"/>
                </a:solidFill>
                <a:latin typeface="+mn-ea"/>
                <a:ea typeface="+mn-ea"/>
              </a:rPr>
              <a:t>10</a:t>
            </a:r>
            <a:r>
              <a:rPr lang="zh-CN" altLang="en-US" sz="2200" dirty="0">
                <a:solidFill>
                  <a:srgbClr val="FF0000"/>
                </a:solidFill>
                <a:latin typeface="+mn-ea"/>
                <a:ea typeface="+mn-ea"/>
              </a:rPr>
              <a:t>月</a:t>
            </a:r>
            <a:r>
              <a:rPr lang="en-US" altLang="zh-CN" sz="2200" dirty="0">
                <a:solidFill>
                  <a:srgbClr val="FF0000"/>
                </a:solidFill>
                <a:latin typeface="+mn-ea"/>
                <a:ea typeface="+mn-ea"/>
              </a:rPr>
              <a:t>19</a:t>
            </a:r>
            <a:r>
              <a:rPr lang="zh-CN" altLang="en-US" sz="2200" dirty="0">
                <a:solidFill>
                  <a:srgbClr val="FF0000"/>
                </a:solidFill>
                <a:latin typeface="+mn-ea"/>
                <a:ea typeface="+mn-ea"/>
              </a:rPr>
              <a:t>日（含）</a:t>
            </a:r>
            <a:r>
              <a:rPr lang="en-US" altLang="zh-CN" sz="2200" dirty="0">
                <a:solidFill>
                  <a:srgbClr val="FF0000"/>
                </a:solidFill>
                <a:latin typeface="+mn-ea"/>
                <a:ea typeface="+mn-ea"/>
              </a:rPr>
              <a:t>24:00</a:t>
            </a:r>
            <a:r>
              <a:rPr lang="zh-CN" altLang="en-US" sz="2200" dirty="0">
                <a:solidFill>
                  <a:srgbClr val="FF0000"/>
                </a:solidFill>
                <a:latin typeface="+mn-ea"/>
                <a:ea typeface="+mn-ea"/>
              </a:rPr>
              <a:t>前</a:t>
            </a:r>
            <a:r>
              <a:rPr lang="zh-CN" altLang="en-US" sz="2200" dirty="0">
                <a:latin typeface="+mn-ea"/>
                <a:ea typeface="+mn-ea"/>
              </a:rPr>
              <a:t>，项目组在系统</a:t>
            </a:r>
            <a:r>
              <a:rPr lang="zh-CN" altLang="en-US" sz="2200" dirty="0">
                <a:solidFill>
                  <a:srgbClr val="FF0000"/>
                </a:solidFill>
                <a:latin typeface="+mn-ea"/>
                <a:ea typeface="+mn-ea"/>
              </a:rPr>
              <a:t>提交立项申请</a:t>
            </a:r>
            <a:r>
              <a:rPr lang="zh-CN" altLang="en-US" sz="2200" dirty="0">
                <a:latin typeface="+mn-ea"/>
                <a:ea typeface="+mn-ea"/>
              </a:rPr>
              <a:t>，</a:t>
            </a:r>
            <a:r>
              <a:rPr lang="en-US" altLang="zh-CN" sz="2200" dirty="0">
                <a:solidFill>
                  <a:srgbClr val="FF0000"/>
                </a:solidFill>
                <a:latin typeface="+mn-ea"/>
                <a:ea typeface="+mn-ea"/>
              </a:rPr>
              <a:t>2023</a:t>
            </a:r>
            <a:r>
              <a:rPr lang="zh-CN" altLang="en-US" sz="2200" dirty="0">
                <a:solidFill>
                  <a:srgbClr val="FF0000"/>
                </a:solidFill>
                <a:latin typeface="+mn-ea"/>
                <a:ea typeface="+mn-ea"/>
              </a:rPr>
              <a:t>年</a:t>
            </a:r>
            <a:r>
              <a:rPr lang="en-US" altLang="zh-CN" sz="2200" dirty="0">
                <a:solidFill>
                  <a:srgbClr val="FF0000"/>
                </a:solidFill>
                <a:latin typeface="+mn-ea"/>
                <a:ea typeface="+mn-ea"/>
              </a:rPr>
              <a:t>10</a:t>
            </a:r>
            <a:r>
              <a:rPr lang="zh-CN" altLang="en-US" sz="2200" dirty="0">
                <a:solidFill>
                  <a:srgbClr val="FF0000"/>
                </a:solidFill>
                <a:latin typeface="+mn-ea"/>
                <a:ea typeface="+mn-ea"/>
              </a:rPr>
              <a:t>月</a:t>
            </a:r>
            <a:r>
              <a:rPr lang="en-US" altLang="zh-CN" sz="2200" dirty="0">
                <a:solidFill>
                  <a:srgbClr val="FF0000"/>
                </a:solidFill>
                <a:latin typeface="+mn-ea"/>
                <a:ea typeface="+mn-ea"/>
              </a:rPr>
              <a:t>20</a:t>
            </a:r>
            <a:r>
              <a:rPr lang="zh-CN" altLang="en-US" sz="2200" dirty="0">
                <a:solidFill>
                  <a:srgbClr val="FF0000"/>
                </a:solidFill>
                <a:latin typeface="+mn-ea"/>
                <a:ea typeface="+mn-ea"/>
              </a:rPr>
              <a:t>日（含）</a:t>
            </a:r>
            <a:r>
              <a:rPr lang="en-US" altLang="zh-CN" sz="2200" dirty="0">
                <a:solidFill>
                  <a:srgbClr val="FF0000"/>
                </a:solidFill>
                <a:latin typeface="+mn-ea"/>
                <a:ea typeface="+mn-ea"/>
              </a:rPr>
              <a:t>24:00</a:t>
            </a:r>
            <a:r>
              <a:rPr lang="zh-CN" altLang="en-US" sz="2200" dirty="0">
                <a:solidFill>
                  <a:srgbClr val="FF0000"/>
                </a:solidFill>
                <a:latin typeface="+mn-ea"/>
                <a:ea typeface="+mn-ea"/>
              </a:rPr>
              <a:t>前，指导老师完成审核</a:t>
            </a:r>
            <a:r>
              <a:rPr lang="zh-CN" altLang="en-US" sz="2200" dirty="0">
                <a:latin typeface="+mn-ea"/>
                <a:ea typeface="+mn-ea"/>
              </a:rPr>
              <a:t>。）</a:t>
            </a:r>
            <a:endParaRPr lang="zh-CN" altLang="en-US" sz="2200" dirty="0">
              <a:latin typeface="+mn-ea"/>
              <a:ea typeface="+mn-ea"/>
            </a:endParaRPr>
          </a:p>
        </p:txBody>
      </p:sp>
      <p:cxnSp>
        <p:nvCxnSpPr>
          <p:cNvPr id="23" name="直接连接符 22"/>
          <p:cNvCxnSpPr/>
          <p:nvPr/>
        </p:nvCxnSpPr>
        <p:spPr>
          <a:xfrm flipV="1">
            <a:off x="1633036" y="3620056"/>
            <a:ext cx="1165284" cy="744931"/>
          </a:xfrm>
          <a:prstGeom prst="line">
            <a:avLst/>
          </a:prstGeom>
          <a:ln>
            <a:headEnd type="oval" w="med" len="med"/>
            <a:tailEnd type="oval" w="med" len="med"/>
          </a:ln>
        </p:spPr>
        <p:style>
          <a:lnRef idx="1">
            <a:schemeClr val="accent2"/>
          </a:lnRef>
          <a:fillRef idx="0">
            <a:schemeClr val="accent2"/>
          </a:fillRef>
          <a:effectRef idx="0">
            <a:schemeClr val="accent2"/>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anim calcmode="lin" valueType="num">
                                      <p:cBhvr>
                                        <p:cTn id="8" dur="500" fill="hold"/>
                                        <p:tgtEl>
                                          <p:spTgt spid="14"/>
                                        </p:tgtEl>
                                        <p:attrNameLst>
                                          <p:attrName>ppt_x</p:attrName>
                                        </p:attrNameLst>
                                      </p:cBhvr>
                                      <p:tavLst>
                                        <p:tav tm="0">
                                          <p:val>
                                            <p:strVal val="#ppt_x"/>
                                          </p:val>
                                        </p:tav>
                                        <p:tav tm="100000">
                                          <p:val>
                                            <p:strVal val="#ppt_x"/>
                                          </p:val>
                                        </p:tav>
                                      </p:tavLst>
                                    </p:anim>
                                    <p:anim calcmode="lin" valueType="num">
                                      <p:cBhvr>
                                        <p:cTn id="9" dur="500" fill="hold"/>
                                        <p:tgtEl>
                                          <p:spTgt spid="1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anim calcmode="lin" valueType="num">
                                      <p:cBhvr>
                                        <p:cTn id="13" dur="500" fill="hold"/>
                                        <p:tgtEl>
                                          <p:spTgt spid="19"/>
                                        </p:tgtEl>
                                        <p:attrNameLst>
                                          <p:attrName>ppt_x</p:attrName>
                                        </p:attrNameLst>
                                      </p:cBhvr>
                                      <p:tavLst>
                                        <p:tav tm="0">
                                          <p:val>
                                            <p:strVal val="#ppt_x"/>
                                          </p:val>
                                        </p:tav>
                                        <p:tav tm="100000">
                                          <p:val>
                                            <p:strVal val="#ppt_x"/>
                                          </p:val>
                                        </p:tav>
                                      </p:tavLst>
                                    </p:anim>
                                    <p:anim calcmode="lin" valueType="num">
                                      <p:cBhvr>
                                        <p:cTn id="14" dur="500" fill="hold"/>
                                        <p:tgtEl>
                                          <p:spTgt spid="19"/>
                                        </p:tgtEl>
                                        <p:attrNameLst>
                                          <p:attrName>ppt_y</p:attrName>
                                        </p:attrNameLst>
                                      </p:cBhvr>
                                      <p:tavLst>
                                        <p:tav tm="0">
                                          <p:val>
                                            <p:strVal val="#ppt_y+.1"/>
                                          </p:val>
                                        </p:tav>
                                        <p:tav tm="100000">
                                          <p:val>
                                            <p:strVal val="#ppt_y"/>
                                          </p:val>
                                        </p:tav>
                                      </p:tavLst>
                                    </p:anim>
                                  </p:childTnLst>
                                </p:cTn>
                              </p:par>
                            </p:childTnLst>
                          </p:cTn>
                        </p:par>
                        <p:par>
                          <p:cTn id="15" fill="hold">
                            <p:stCondLst>
                              <p:cond delay="500"/>
                            </p:stCondLst>
                            <p:childTnLst>
                              <p:par>
                                <p:cTn id="16" presetID="42" presetClass="entr" presetSubtype="0" fill="hold" nodeType="after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500"/>
                                        <p:tgtEl>
                                          <p:spTgt spid="20"/>
                                        </p:tgtEl>
                                      </p:cBhvr>
                                    </p:animEffect>
                                    <p:anim calcmode="lin" valueType="num">
                                      <p:cBhvr>
                                        <p:cTn id="19" dur="500" fill="hold"/>
                                        <p:tgtEl>
                                          <p:spTgt spid="20"/>
                                        </p:tgtEl>
                                        <p:attrNameLst>
                                          <p:attrName>ppt_x</p:attrName>
                                        </p:attrNameLst>
                                      </p:cBhvr>
                                      <p:tavLst>
                                        <p:tav tm="0">
                                          <p:val>
                                            <p:strVal val="#ppt_x"/>
                                          </p:val>
                                        </p:tav>
                                        <p:tav tm="100000">
                                          <p:val>
                                            <p:strVal val="#ppt_x"/>
                                          </p:val>
                                        </p:tav>
                                      </p:tavLst>
                                    </p:anim>
                                    <p:anim calcmode="lin" valueType="num">
                                      <p:cBhvr>
                                        <p:cTn id="20" dur="500" fill="hold"/>
                                        <p:tgtEl>
                                          <p:spTgt spid="20"/>
                                        </p:tgtEl>
                                        <p:attrNameLst>
                                          <p:attrName>ppt_y</p:attrName>
                                        </p:attrNameLst>
                                      </p:cBhvr>
                                      <p:tavLst>
                                        <p:tav tm="0">
                                          <p:val>
                                            <p:strVal val="#ppt_y+.1"/>
                                          </p:val>
                                        </p:tav>
                                        <p:tav tm="100000">
                                          <p:val>
                                            <p:strVal val="#ppt_y"/>
                                          </p:val>
                                        </p:tav>
                                      </p:tavLst>
                                    </p:anim>
                                  </p:childTnLst>
                                </p:cTn>
                              </p:par>
                            </p:childTnLst>
                          </p:cTn>
                        </p:par>
                        <p:par>
                          <p:cTn id="21" fill="hold">
                            <p:stCondLst>
                              <p:cond delay="1000"/>
                            </p:stCondLst>
                            <p:childTnLst>
                              <p:par>
                                <p:cTn id="22" presetID="42" presetClass="entr" presetSubtype="0" fill="hold" nodeType="after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500"/>
                                        <p:tgtEl>
                                          <p:spTgt spid="18"/>
                                        </p:tgtEl>
                                      </p:cBhvr>
                                    </p:animEffect>
                                    <p:anim calcmode="lin" valueType="num">
                                      <p:cBhvr>
                                        <p:cTn id="25" dur="500" fill="hold"/>
                                        <p:tgtEl>
                                          <p:spTgt spid="18"/>
                                        </p:tgtEl>
                                        <p:attrNameLst>
                                          <p:attrName>ppt_x</p:attrName>
                                        </p:attrNameLst>
                                      </p:cBhvr>
                                      <p:tavLst>
                                        <p:tav tm="0">
                                          <p:val>
                                            <p:strVal val="#ppt_x"/>
                                          </p:val>
                                        </p:tav>
                                        <p:tav tm="100000">
                                          <p:val>
                                            <p:strVal val="#ppt_x"/>
                                          </p:val>
                                        </p:tav>
                                      </p:tavLst>
                                    </p:anim>
                                    <p:anim calcmode="lin" valueType="num">
                                      <p:cBhvr>
                                        <p:cTn id="26" dur="500" fill="hold"/>
                                        <p:tgtEl>
                                          <p:spTgt spid="18"/>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fade">
                                      <p:cBhvr>
                                        <p:cTn id="29" dur="500"/>
                                        <p:tgtEl>
                                          <p:spTgt spid="23"/>
                                        </p:tgtEl>
                                      </p:cBhvr>
                                    </p:animEffect>
                                    <p:anim calcmode="lin" valueType="num">
                                      <p:cBhvr>
                                        <p:cTn id="30" dur="500" fill="hold"/>
                                        <p:tgtEl>
                                          <p:spTgt spid="23"/>
                                        </p:tgtEl>
                                        <p:attrNameLst>
                                          <p:attrName>ppt_x</p:attrName>
                                        </p:attrNameLst>
                                      </p:cBhvr>
                                      <p:tavLst>
                                        <p:tav tm="0">
                                          <p:val>
                                            <p:strVal val="#ppt_x"/>
                                          </p:val>
                                        </p:tav>
                                        <p:tav tm="100000">
                                          <p:val>
                                            <p:strVal val="#ppt_x"/>
                                          </p:val>
                                        </p:tav>
                                      </p:tavLst>
                                    </p:anim>
                                    <p:anim calcmode="lin" valueType="num">
                                      <p:cBhvr>
                                        <p:cTn id="31" dur="500" fill="hold"/>
                                        <p:tgtEl>
                                          <p:spTgt spid="23"/>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500"/>
                                        <p:tgtEl>
                                          <p:spTgt spid="27"/>
                                        </p:tgtEl>
                                      </p:cBhvr>
                                    </p:animEffect>
                                    <p:anim calcmode="lin" valueType="num">
                                      <p:cBhvr>
                                        <p:cTn id="35" dur="500" fill="hold"/>
                                        <p:tgtEl>
                                          <p:spTgt spid="27"/>
                                        </p:tgtEl>
                                        <p:attrNameLst>
                                          <p:attrName>ppt_x</p:attrName>
                                        </p:attrNameLst>
                                      </p:cBhvr>
                                      <p:tavLst>
                                        <p:tav tm="0">
                                          <p:val>
                                            <p:strVal val="#ppt_x"/>
                                          </p:val>
                                        </p:tav>
                                        <p:tav tm="100000">
                                          <p:val>
                                            <p:strVal val="#ppt_x"/>
                                          </p:val>
                                        </p:tav>
                                      </p:tavLst>
                                    </p:anim>
                                    <p:anim calcmode="lin" valueType="num">
                                      <p:cBhvr>
                                        <p:cTn id="36" dur="500" fill="hold"/>
                                        <p:tgtEl>
                                          <p:spTgt spid="27"/>
                                        </p:tgtEl>
                                        <p:attrNameLst>
                                          <p:attrName>ppt_y</p:attrName>
                                        </p:attrNameLst>
                                      </p:cBhvr>
                                      <p:tavLst>
                                        <p:tav tm="0">
                                          <p:val>
                                            <p:strVal val="#ppt_y+.1"/>
                                          </p:val>
                                        </p:tav>
                                        <p:tav tm="100000">
                                          <p:val>
                                            <p:strVal val="#ppt_y"/>
                                          </p:val>
                                        </p:tav>
                                      </p:tavLst>
                                    </p:anim>
                                  </p:childTnLst>
                                </p:cTn>
                              </p:par>
                            </p:childTnLst>
                          </p:cTn>
                        </p:par>
                        <p:par>
                          <p:cTn id="37" fill="hold">
                            <p:stCondLst>
                              <p:cond delay="1500"/>
                            </p:stCondLst>
                            <p:childTnLst>
                              <p:par>
                                <p:cTn id="38" presetID="42" presetClass="entr" presetSubtype="0" fill="hold" nodeType="after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500"/>
                                        <p:tgtEl>
                                          <p:spTgt spid="28"/>
                                        </p:tgtEl>
                                      </p:cBhvr>
                                    </p:animEffect>
                                    <p:anim calcmode="lin" valueType="num">
                                      <p:cBhvr>
                                        <p:cTn id="41" dur="500" fill="hold"/>
                                        <p:tgtEl>
                                          <p:spTgt spid="28"/>
                                        </p:tgtEl>
                                        <p:attrNameLst>
                                          <p:attrName>ppt_x</p:attrName>
                                        </p:attrNameLst>
                                      </p:cBhvr>
                                      <p:tavLst>
                                        <p:tav tm="0">
                                          <p:val>
                                            <p:strVal val="#ppt_x"/>
                                          </p:val>
                                        </p:tav>
                                        <p:tav tm="100000">
                                          <p:val>
                                            <p:strVal val="#ppt_x"/>
                                          </p:val>
                                        </p:tav>
                                      </p:tavLst>
                                    </p:anim>
                                    <p:anim calcmode="lin" valueType="num">
                                      <p:cBhvr>
                                        <p:cTn id="42" dur="5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Box 3"/>
          <p:cNvSpPr>
            <a:spLocks noChangeArrowheads="1"/>
          </p:cNvSpPr>
          <p:nvPr/>
        </p:nvSpPr>
        <p:spPr bwMode="auto">
          <a:xfrm>
            <a:off x="299713" y="1103779"/>
            <a:ext cx="8712200" cy="521706"/>
          </a:xfrm>
          <a:prstGeom prst="roundRect">
            <a:avLst>
              <a:gd name="adj" fmla="val 3278"/>
            </a:avLst>
          </a:prstGeom>
          <a:noFill/>
          <a:ln w="9525">
            <a:noFill/>
            <a:round/>
          </a:ln>
          <a:extLst>
            <a:ext uri="{909E8E84-426E-40DD-AFC4-6F175D3DCCD1}">
              <a14:hiddenFill xmlns:a14="http://schemas.microsoft.com/office/drawing/2010/main">
                <a:solidFill>
                  <a:srgbClr val="FFFFFF"/>
                </a:solidFill>
              </a14:hiddenFill>
            </a:ext>
          </a:extLst>
        </p:spPr>
        <p:txBody>
          <a:bodyPr>
            <a:spAutoFit/>
          </a:bodyPr>
          <a:lstStyle>
            <a:lvl1pPr marL="342900" indent="-342900">
              <a:defRPr b="1">
                <a:solidFill>
                  <a:schemeClr val="tx1"/>
                </a:solidFill>
                <a:latin typeface="Calibri" panose="020F0502020204030204" pitchFamily="34" charset="0"/>
                <a:ea typeface="宋体" panose="02010600030101010101" pitchFamily="2" charset="-122"/>
              </a:defRPr>
            </a:lvl1pPr>
            <a:lvl2pPr marL="742950" indent="-285750">
              <a:defRPr b="1">
                <a:solidFill>
                  <a:schemeClr val="tx1"/>
                </a:solidFill>
                <a:latin typeface="Calibri" panose="020F0502020204030204" pitchFamily="34" charset="0"/>
                <a:ea typeface="宋体" panose="02010600030101010101" pitchFamily="2" charset="-122"/>
              </a:defRPr>
            </a:lvl2pPr>
            <a:lvl3pPr marL="1143000" indent="-228600">
              <a:defRPr b="1">
                <a:solidFill>
                  <a:schemeClr val="tx1"/>
                </a:solidFill>
                <a:latin typeface="Calibri" panose="020F0502020204030204" pitchFamily="34" charset="0"/>
                <a:ea typeface="宋体" panose="02010600030101010101" pitchFamily="2" charset="-122"/>
              </a:defRPr>
            </a:lvl3pPr>
            <a:lvl4pPr marL="1600200" indent="-228600">
              <a:defRPr b="1">
                <a:solidFill>
                  <a:schemeClr val="tx1"/>
                </a:solidFill>
                <a:latin typeface="Calibri" panose="020F0502020204030204" pitchFamily="34" charset="0"/>
                <a:ea typeface="宋体" panose="02010600030101010101" pitchFamily="2" charset="-122"/>
              </a:defRPr>
            </a:lvl4pPr>
            <a:lvl5pPr marL="2057400" indent="-228600">
              <a:defRPr b="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Calibri" panose="020F0502020204030204" pitchFamily="34" charset="0"/>
                <a:ea typeface="宋体" panose="02010600030101010101" pitchFamily="2" charset="-122"/>
              </a:defRPr>
            </a:lvl9pPr>
          </a:lstStyle>
          <a:p>
            <a:pPr defTabSz="914400" eaLnBrk="1" hangingPunct="1">
              <a:lnSpc>
                <a:spcPct val="125000"/>
              </a:lnSpc>
              <a:spcBef>
                <a:spcPts val="1200"/>
              </a:spcBef>
              <a:buClr>
                <a:srgbClr val="0033CC"/>
              </a:buClr>
              <a:buFont typeface="Wingdings" panose="05000000000000000000" pitchFamily="2" charset="2"/>
              <a:buChar char="q"/>
            </a:pPr>
            <a:r>
              <a:rPr lang="zh-CN" altLang="en-US" sz="2400" dirty="0">
                <a:solidFill>
                  <a:srgbClr val="FF0000"/>
                </a:solidFill>
                <a:latin typeface="微软雅黑" panose="020B0503020204020204" pitchFamily="34" charset="-122"/>
                <a:ea typeface="微软雅黑" panose="020B0503020204020204" pitchFamily="34" charset="-122"/>
              </a:rPr>
              <a:t>如何申请</a:t>
            </a:r>
            <a:r>
              <a:rPr lang="en-US" altLang="zh-CN" sz="2400" dirty="0">
                <a:solidFill>
                  <a:srgbClr val="FF0000"/>
                </a:solidFill>
                <a:latin typeface="微软雅黑" panose="020B0503020204020204" pitchFamily="34" charset="-122"/>
                <a:ea typeface="微软雅黑" panose="020B0503020204020204" pitchFamily="34" charset="-122"/>
              </a:rPr>
              <a:t>SRTP</a:t>
            </a:r>
            <a:r>
              <a:rPr lang="zh-CN" altLang="en-US" sz="2400" dirty="0">
                <a:solidFill>
                  <a:srgbClr val="FF0000"/>
                </a:solidFill>
                <a:latin typeface="微软雅黑" panose="020B0503020204020204" pitchFamily="34" charset="-122"/>
                <a:ea typeface="微软雅黑" panose="020B0503020204020204" pitchFamily="34" charset="-122"/>
              </a:rPr>
              <a:t>项目？</a:t>
            </a:r>
            <a:endParaRPr lang="en-US" altLang="zh-CN" sz="2400" dirty="0">
              <a:solidFill>
                <a:srgbClr val="FF0000"/>
              </a:solidFill>
              <a:latin typeface="微软雅黑" panose="020B0503020204020204" pitchFamily="34" charset="-122"/>
              <a:ea typeface="微软雅黑" panose="020B0503020204020204" pitchFamily="34" charset="-122"/>
            </a:endParaRPr>
          </a:p>
        </p:txBody>
      </p:sp>
      <p:sp>
        <p:nvSpPr>
          <p:cNvPr id="72" name="文本框 6"/>
          <p:cNvSpPr txBox="1"/>
          <p:nvPr/>
        </p:nvSpPr>
        <p:spPr>
          <a:xfrm>
            <a:off x="271463" y="294021"/>
            <a:ext cx="4085035" cy="584775"/>
          </a:xfrm>
          <a:prstGeom prst="rect">
            <a:avLst/>
          </a:prstGeom>
          <a:solidFill>
            <a:srgbClr val="075C8E"/>
          </a:solidFill>
          <a:ln w="9525">
            <a:noFill/>
          </a:ln>
        </p:spPr>
        <p:txBody>
          <a:bodyPr anchor="ctr">
            <a:spAutoFit/>
          </a:bodyPr>
          <a:lstStyle/>
          <a:p>
            <a:pPr>
              <a:spcBef>
                <a:spcPts val="600"/>
              </a:spcBef>
              <a:spcAft>
                <a:spcPts val="600"/>
              </a:spcAft>
            </a:pPr>
            <a:r>
              <a:rPr lang="en-US" altLang="zh-CN" sz="3200" b="1" dirty="0">
                <a:solidFill>
                  <a:schemeClr val="bg1"/>
                </a:solidFill>
                <a:latin typeface="黑体" panose="02010609060101010101" pitchFamily="49" charset="-122"/>
                <a:ea typeface="黑体" panose="02010609060101010101" pitchFamily="49" charset="-122"/>
              </a:rPr>
              <a:t>2 </a:t>
            </a:r>
            <a:r>
              <a:rPr lang="zh-CN" altLang="en-US" sz="3200" b="1" dirty="0">
                <a:solidFill>
                  <a:schemeClr val="bg1"/>
                </a:solidFill>
                <a:latin typeface="黑体" panose="02010609060101010101" pitchFamily="49" charset="-122"/>
                <a:ea typeface="黑体" panose="02010609060101010101" pitchFamily="49" charset="-122"/>
              </a:rPr>
              <a:t>申请流程</a:t>
            </a:r>
            <a:endParaRPr lang="zh-CN" altLang="en-US" sz="3200" b="1" dirty="0">
              <a:solidFill>
                <a:schemeClr val="bg1"/>
              </a:solidFill>
              <a:latin typeface="黑体" panose="02010609060101010101" pitchFamily="49" charset="-122"/>
              <a:ea typeface="黑体" panose="02010609060101010101" pitchFamily="49" charset="-122"/>
            </a:endParaRPr>
          </a:p>
        </p:txBody>
      </p:sp>
      <p:grpSp>
        <p:nvGrpSpPr>
          <p:cNvPr id="19" name="组合 18"/>
          <p:cNvGrpSpPr/>
          <p:nvPr/>
        </p:nvGrpSpPr>
        <p:grpSpPr>
          <a:xfrm>
            <a:off x="828052" y="1631941"/>
            <a:ext cx="870346" cy="1349466"/>
            <a:chOff x="890391" y="1715162"/>
            <a:chExt cx="870346" cy="1349466"/>
          </a:xfrm>
        </p:grpSpPr>
        <p:sp>
          <p:nvSpPr>
            <p:cNvPr id="16" name="箭头: V 形 15"/>
            <p:cNvSpPr/>
            <p:nvPr/>
          </p:nvSpPr>
          <p:spPr>
            <a:xfrm rot="5400000">
              <a:off x="650831" y="1954722"/>
              <a:ext cx="1349466" cy="870346"/>
            </a:xfrm>
            <a:prstGeom prst="chevron">
              <a:avLst/>
            </a:prstGeom>
            <a:solidFill>
              <a:srgbClr val="FFC000"/>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zh-CN" altLang="en-US"/>
            </a:p>
          </p:txBody>
        </p:sp>
        <p:sp>
          <p:nvSpPr>
            <p:cNvPr id="12" name="文本框 11"/>
            <p:cNvSpPr txBox="1"/>
            <p:nvPr/>
          </p:nvSpPr>
          <p:spPr>
            <a:xfrm>
              <a:off x="949963" y="2104652"/>
              <a:ext cx="751202" cy="707886"/>
            </a:xfrm>
            <a:prstGeom prst="rect">
              <a:avLst/>
            </a:prstGeom>
            <a:noFill/>
          </p:spPr>
          <p:txBody>
            <a:bodyPr wrap="square" rtlCol="0">
              <a:spAutoFit/>
            </a:bodyPr>
            <a:lstStyle/>
            <a:p>
              <a:r>
                <a:rPr lang="zh-CN" altLang="en-US" sz="2000" b="1" dirty="0">
                  <a:latin typeface="+mn-ea"/>
                  <a:ea typeface="+mn-ea"/>
                </a:rPr>
                <a:t>创立团队</a:t>
              </a:r>
              <a:endParaRPr lang="zh-CN" altLang="en-US" sz="2000" b="1" dirty="0">
                <a:latin typeface="+mn-ea"/>
                <a:ea typeface="+mn-ea"/>
              </a:endParaRPr>
            </a:p>
          </p:txBody>
        </p:sp>
      </p:grpSp>
      <p:grpSp>
        <p:nvGrpSpPr>
          <p:cNvPr id="20" name="组合 19"/>
          <p:cNvGrpSpPr/>
          <p:nvPr/>
        </p:nvGrpSpPr>
        <p:grpSpPr>
          <a:xfrm>
            <a:off x="825452" y="2661939"/>
            <a:ext cx="870346" cy="1349467"/>
            <a:chOff x="900051" y="2205019"/>
            <a:chExt cx="870346" cy="1583977"/>
          </a:xfrm>
        </p:grpSpPr>
        <p:sp>
          <p:nvSpPr>
            <p:cNvPr id="21" name="箭头: V 形 20"/>
            <p:cNvSpPr/>
            <p:nvPr/>
          </p:nvSpPr>
          <p:spPr>
            <a:xfrm rot="5400000">
              <a:off x="543235" y="2561835"/>
              <a:ext cx="1583977" cy="870346"/>
            </a:xfrm>
            <a:prstGeom prst="chevron">
              <a:avLst/>
            </a:prstGeom>
            <a:solidFill>
              <a:srgbClr val="92D050"/>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zh-CN" altLang="en-US"/>
            </a:p>
          </p:txBody>
        </p:sp>
        <p:sp>
          <p:nvSpPr>
            <p:cNvPr id="22" name="文本框 21"/>
            <p:cNvSpPr txBox="1"/>
            <p:nvPr/>
          </p:nvSpPr>
          <p:spPr>
            <a:xfrm>
              <a:off x="959032" y="2643065"/>
              <a:ext cx="808175" cy="830902"/>
            </a:xfrm>
            <a:prstGeom prst="rect">
              <a:avLst/>
            </a:prstGeom>
            <a:noFill/>
          </p:spPr>
          <p:txBody>
            <a:bodyPr wrap="square" rtlCol="0">
              <a:spAutoFit/>
            </a:bodyPr>
            <a:lstStyle/>
            <a:p>
              <a:r>
                <a:rPr lang="zh-CN" altLang="en-US" sz="2000" b="1" dirty="0">
                  <a:latin typeface="+mn-ea"/>
                  <a:ea typeface="+mn-ea"/>
                </a:rPr>
                <a:t>确定题目</a:t>
              </a:r>
              <a:endParaRPr lang="zh-CN" altLang="en-US" sz="2000" b="1" dirty="0">
                <a:latin typeface="+mn-ea"/>
                <a:ea typeface="+mn-ea"/>
              </a:endParaRPr>
            </a:p>
          </p:txBody>
        </p:sp>
      </p:grpSp>
      <p:grpSp>
        <p:nvGrpSpPr>
          <p:cNvPr id="18" name="组合 17"/>
          <p:cNvGrpSpPr/>
          <p:nvPr/>
        </p:nvGrpSpPr>
        <p:grpSpPr>
          <a:xfrm>
            <a:off x="825451" y="3672520"/>
            <a:ext cx="946418" cy="1844451"/>
            <a:chOff x="926183" y="4425915"/>
            <a:chExt cx="946418" cy="2231589"/>
          </a:xfrm>
        </p:grpSpPr>
        <p:sp>
          <p:nvSpPr>
            <p:cNvPr id="25" name="箭头: V 形 24"/>
            <p:cNvSpPr/>
            <p:nvPr/>
          </p:nvSpPr>
          <p:spPr>
            <a:xfrm rot="5400000">
              <a:off x="245561" y="5106537"/>
              <a:ext cx="2231589" cy="870346"/>
            </a:xfrm>
            <a:prstGeom prst="chevron">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zh-CN" altLang="en-US"/>
            </a:p>
          </p:txBody>
        </p:sp>
        <p:sp>
          <p:nvSpPr>
            <p:cNvPr id="26" name="文本框 25"/>
            <p:cNvSpPr txBox="1"/>
            <p:nvPr/>
          </p:nvSpPr>
          <p:spPr>
            <a:xfrm>
              <a:off x="1002255" y="4835932"/>
              <a:ext cx="870346" cy="1601220"/>
            </a:xfrm>
            <a:prstGeom prst="rect">
              <a:avLst/>
            </a:prstGeom>
            <a:noFill/>
          </p:spPr>
          <p:txBody>
            <a:bodyPr wrap="square" rtlCol="0">
              <a:spAutoFit/>
            </a:bodyPr>
            <a:lstStyle/>
            <a:p>
              <a:r>
                <a:rPr lang="zh-CN" altLang="en-US" sz="2000" b="1" dirty="0">
                  <a:latin typeface="+mn-ea"/>
                  <a:ea typeface="+mn-ea"/>
                </a:rPr>
                <a:t>撰写申报书及提交</a:t>
              </a:r>
              <a:endParaRPr lang="zh-CN" altLang="en-US" sz="2000" b="1" dirty="0">
                <a:latin typeface="+mn-ea"/>
                <a:ea typeface="+mn-ea"/>
              </a:endParaRPr>
            </a:p>
          </p:txBody>
        </p:sp>
      </p:grpSp>
      <p:grpSp>
        <p:nvGrpSpPr>
          <p:cNvPr id="28" name="组合 27"/>
          <p:cNvGrpSpPr/>
          <p:nvPr/>
        </p:nvGrpSpPr>
        <p:grpSpPr>
          <a:xfrm>
            <a:off x="822262" y="5223722"/>
            <a:ext cx="870346" cy="1349466"/>
            <a:chOff x="890391" y="1715162"/>
            <a:chExt cx="870346" cy="1349466"/>
          </a:xfrm>
          <a:solidFill>
            <a:srgbClr val="FFFF00"/>
          </a:solidFill>
        </p:grpSpPr>
        <p:sp>
          <p:nvSpPr>
            <p:cNvPr id="29" name="箭头: V 形 28"/>
            <p:cNvSpPr/>
            <p:nvPr/>
          </p:nvSpPr>
          <p:spPr>
            <a:xfrm rot="5400000">
              <a:off x="650831" y="1954722"/>
              <a:ext cx="1349466" cy="870346"/>
            </a:xfrm>
            <a:prstGeom prst="chevron">
              <a:avLst/>
            </a:prstGeom>
            <a:grp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zh-CN" altLang="en-US"/>
            </a:p>
          </p:txBody>
        </p:sp>
        <p:sp>
          <p:nvSpPr>
            <p:cNvPr id="30" name="文本框 29"/>
            <p:cNvSpPr txBox="1"/>
            <p:nvPr/>
          </p:nvSpPr>
          <p:spPr>
            <a:xfrm>
              <a:off x="949963" y="2104652"/>
              <a:ext cx="751202" cy="707886"/>
            </a:xfrm>
            <a:prstGeom prst="rect">
              <a:avLst/>
            </a:prstGeom>
            <a:noFill/>
          </p:spPr>
          <p:txBody>
            <a:bodyPr wrap="square" rtlCol="0">
              <a:spAutoFit/>
            </a:bodyPr>
            <a:lstStyle/>
            <a:p>
              <a:r>
                <a:rPr lang="zh-CN" altLang="en-US" sz="2000" b="1" dirty="0">
                  <a:solidFill>
                    <a:srgbClr val="FF0000"/>
                  </a:solidFill>
                  <a:latin typeface="+mn-ea"/>
                  <a:ea typeface="+mn-ea"/>
                </a:rPr>
                <a:t>立项答辩</a:t>
              </a:r>
              <a:endParaRPr lang="zh-CN" altLang="en-US" sz="2000" b="1" dirty="0">
                <a:solidFill>
                  <a:srgbClr val="FF0000"/>
                </a:solidFill>
                <a:latin typeface="+mn-ea"/>
                <a:ea typeface="+mn-ea"/>
              </a:endParaRPr>
            </a:p>
          </p:txBody>
        </p:sp>
      </p:grpSp>
      <p:sp>
        <p:nvSpPr>
          <p:cNvPr id="32" name="文本框 31"/>
          <p:cNvSpPr txBox="1"/>
          <p:nvPr/>
        </p:nvSpPr>
        <p:spPr>
          <a:xfrm>
            <a:off x="2714608" y="3213003"/>
            <a:ext cx="5527869" cy="1746440"/>
          </a:xfrm>
          <a:prstGeom prst="rect">
            <a:avLst/>
          </a:prstGeom>
          <a:noFill/>
          <a:ln>
            <a:solidFill>
              <a:schemeClr val="tx1"/>
            </a:solidFill>
            <a:prstDash val="lgDash"/>
          </a:ln>
        </p:spPr>
        <p:txBody>
          <a:bodyPr wrap="square" rtlCol="0">
            <a:spAutoFit/>
          </a:bodyPr>
          <a:lstStyle/>
          <a:p>
            <a:pPr>
              <a:lnSpc>
                <a:spcPct val="125000"/>
              </a:lnSpc>
            </a:pPr>
            <a:r>
              <a:rPr lang="zh-CN" altLang="en-US" sz="2200" dirty="0">
                <a:latin typeface="+mn-ea"/>
                <a:ea typeface="+mn-ea"/>
              </a:rPr>
              <a:t>项目组完成项目信息并提交立项申请后，由</a:t>
            </a:r>
            <a:r>
              <a:rPr lang="zh-CN" altLang="en-US" sz="2200" dirty="0">
                <a:solidFill>
                  <a:srgbClr val="FF0000"/>
                </a:solidFill>
                <a:latin typeface="+mn-ea"/>
                <a:ea typeface="+mn-ea"/>
              </a:rPr>
              <a:t>指导老师初审</a:t>
            </a:r>
            <a:r>
              <a:rPr lang="zh-CN" altLang="en-US" sz="2200" dirty="0">
                <a:latin typeface="+mn-ea"/>
                <a:ea typeface="+mn-ea"/>
              </a:rPr>
              <a:t>，</a:t>
            </a:r>
            <a:r>
              <a:rPr lang="zh-CN" altLang="en-US" sz="2200" dirty="0">
                <a:solidFill>
                  <a:srgbClr val="FF0000"/>
                </a:solidFill>
                <a:latin typeface="+mn-ea"/>
                <a:ea typeface="+mn-ea"/>
              </a:rPr>
              <a:t>本科生院进行复审</a:t>
            </a:r>
            <a:r>
              <a:rPr lang="zh-CN" altLang="en-US" sz="2200" dirty="0">
                <a:latin typeface="+mn-ea"/>
                <a:ea typeface="+mn-ea"/>
              </a:rPr>
              <a:t>，并组织</a:t>
            </a:r>
            <a:r>
              <a:rPr lang="zh-CN" altLang="en-US" sz="2200" dirty="0">
                <a:solidFill>
                  <a:srgbClr val="FF0000"/>
                </a:solidFill>
                <a:latin typeface="+mn-ea"/>
                <a:ea typeface="+mn-ea"/>
              </a:rPr>
              <a:t>立项答辩</a:t>
            </a:r>
            <a:r>
              <a:rPr lang="zh-CN" altLang="en-US" sz="2200" dirty="0">
                <a:latin typeface="+mn-ea"/>
                <a:ea typeface="+mn-ea"/>
              </a:rPr>
              <a:t>。申报学生需认真撰写相关信息和制作立项答辩</a:t>
            </a:r>
            <a:r>
              <a:rPr lang="en-US" altLang="zh-CN" sz="2200" dirty="0">
                <a:latin typeface="+mn-ea"/>
                <a:ea typeface="+mn-ea"/>
              </a:rPr>
              <a:t>PPT</a:t>
            </a:r>
            <a:r>
              <a:rPr lang="zh-CN" altLang="en-US" sz="2200" dirty="0">
                <a:latin typeface="+mn-ea"/>
                <a:ea typeface="+mn-ea"/>
              </a:rPr>
              <a:t>。</a:t>
            </a:r>
            <a:endParaRPr lang="zh-CN" altLang="en-US" sz="2200" dirty="0">
              <a:latin typeface="+mn-ea"/>
              <a:ea typeface="+mn-ea"/>
            </a:endParaRPr>
          </a:p>
        </p:txBody>
      </p:sp>
      <p:cxnSp>
        <p:nvCxnSpPr>
          <p:cNvPr id="23" name="直接连接符 22"/>
          <p:cNvCxnSpPr/>
          <p:nvPr/>
        </p:nvCxnSpPr>
        <p:spPr>
          <a:xfrm flipV="1">
            <a:off x="1604601" y="4342638"/>
            <a:ext cx="1095425" cy="1426412"/>
          </a:xfrm>
          <a:prstGeom prst="line">
            <a:avLst/>
          </a:prstGeom>
          <a:ln>
            <a:headEnd type="oval" w="med" len="med"/>
            <a:tailEnd type="oval" w="med" len="med"/>
          </a:ln>
        </p:spPr>
        <p:style>
          <a:lnRef idx="1">
            <a:schemeClr val="accent2"/>
          </a:lnRef>
          <a:fillRef idx="0">
            <a:schemeClr val="accent2"/>
          </a:fillRef>
          <a:effectRef idx="0">
            <a:schemeClr val="accent2"/>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anim calcmode="lin" valueType="num">
                                      <p:cBhvr>
                                        <p:cTn id="8" dur="500" fill="hold"/>
                                        <p:tgtEl>
                                          <p:spTgt spid="14"/>
                                        </p:tgtEl>
                                        <p:attrNameLst>
                                          <p:attrName>ppt_x</p:attrName>
                                        </p:attrNameLst>
                                      </p:cBhvr>
                                      <p:tavLst>
                                        <p:tav tm="0">
                                          <p:val>
                                            <p:strVal val="#ppt_x"/>
                                          </p:val>
                                        </p:tav>
                                        <p:tav tm="100000">
                                          <p:val>
                                            <p:strVal val="#ppt_x"/>
                                          </p:val>
                                        </p:tav>
                                      </p:tavLst>
                                    </p:anim>
                                    <p:anim calcmode="lin" valueType="num">
                                      <p:cBhvr>
                                        <p:cTn id="9" dur="500" fill="hold"/>
                                        <p:tgtEl>
                                          <p:spTgt spid="14"/>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42" presetClass="entr" presetSubtype="0" fill="hold" nodeType="after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anim calcmode="lin" valueType="num">
                                      <p:cBhvr>
                                        <p:cTn id="14" dur="500" fill="hold"/>
                                        <p:tgtEl>
                                          <p:spTgt spid="19"/>
                                        </p:tgtEl>
                                        <p:attrNameLst>
                                          <p:attrName>ppt_x</p:attrName>
                                        </p:attrNameLst>
                                      </p:cBhvr>
                                      <p:tavLst>
                                        <p:tav tm="0">
                                          <p:val>
                                            <p:strVal val="#ppt_x"/>
                                          </p:val>
                                        </p:tav>
                                        <p:tav tm="100000">
                                          <p:val>
                                            <p:strVal val="#ppt_x"/>
                                          </p:val>
                                        </p:tav>
                                      </p:tavLst>
                                    </p:anim>
                                    <p:anim calcmode="lin" valueType="num">
                                      <p:cBhvr>
                                        <p:cTn id="15" dur="500" fill="hold"/>
                                        <p:tgtEl>
                                          <p:spTgt spid="19"/>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42" presetClass="entr" presetSubtype="0" fill="hold" nodeType="after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500"/>
                                        <p:tgtEl>
                                          <p:spTgt spid="20"/>
                                        </p:tgtEl>
                                      </p:cBhvr>
                                    </p:animEffect>
                                    <p:anim calcmode="lin" valueType="num">
                                      <p:cBhvr>
                                        <p:cTn id="20" dur="500" fill="hold"/>
                                        <p:tgtEl>
                                          <p:spTgt spid="20"/>
                                        </p:tgtEl>
                                        <p:attrNameLst>
                                          <p:attrName>ppt_x</p:attrName>
                                        </p:attrNameLst>
                                      </p:cBhvr>
                                      <p:tavLst>
                                        <p:tav tm="0">
                                          <p:val>
                                            <p:strVal val="#ppt_x"/>
                                          </p:val>
                                        </p:tav>
                                        <p:tav tm="100000">
                                          <p:val>
                                            <p:strVal val="#ppt_x"/>
                                          </p:val>
                                        </p:tav>
                                      </p:tavLst>
                                    </p:anim>
                                    <p:anim calcmode="lin" valueType="num">
                                      <p:cBhvr>
                                        <p:cTn id="21" dur="500" fill="hold"/>
                                        <p:tgtEl>
                                          <p:spTgt spid="20"/>
                                        </p:tgtEl>
                                        <p:attrNameLst>
                                          <p:attrName>ppt_y</p:attrName>
                                        </p:attrNameLst>
                                      </p:cBhvr>
                                      <p:tavLst>
                                        <p:tav tm="0">
                                          <p:val>
                                            <p:strVal val="#ppt_y+.1"/>
                                          </p:val>
                                        </p:tav>
                                        <p:tav tm="100000">
                                          <p:val>
                                            <p:strVal val="#ppt_y"/>
                                          </p:val>
                                        </p:tav>
                                      </p:tavLst>
                                    </p:anim>
                                  </p:childTnLst>
                                </p:cTn>
                              </p:par>
                            </p:childTnLst>
                          </p:cTn>
                        </p:par>
                        <p:par>
                          <p:cTn id="22" fill="hold">
                            <p:stCondLst>
                              <p:cond delay="1500"/>
                            </p:stCondLst>
                            <p:childTnLst>
                              <p:par>
                                <p:cTn id="23" presetID="42" presetClass="entr" presetSubtype="0" fill="hold" nodeType="after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anim calcmode="lin" valueType="num">
                                      <p:cBhvr>
                                        <p:cTn id="26" dur="500" fill="hold"/>
                                        <p:tgtEl>
                                          <p:spTgt spid="18"/>
                                        </p:tgtEl>
                                        <p:attrNameLst>
                                          <p:attrName>ppt_x</p:attrName>
                                        </p:attrNameLst>
                                      </p:cBhvr>
                                      <p:tavLst>
                                        <p:tav tm="0">
                                          <p:val>
                                            <p:strVal val="#ppt_x"/>
                                          </p:val>
                                        </p:tav>
                                        <p:tav tm="100000">
                                          <p:val>
                                            <p:strVal val="#ppt_x"/>
                                          </p:val>
                                        </p:tav>
                                      </p:tavLst>
                                    </p:anim>
                                    <p:anim calcmode="lin" valueType="num">
                                      <p:cBhvr>
                                        <p:cTn id="27" dur="500" fill="hold"/>
                                        <p:tgtEl>
                                          <p:spTgt spid="18"/>
                                        </p:tgtEl>
                                        <p:attrNameLst>
                                          <p:attrName>ppt_y</p:attrName>
                                        </p:attrNameLst>
                                      </p:cBhvr>
                                      <p:tavLst>
                                        <p:tav tm="0">
                                          <p:val>
                                            <p:strVal val="#ppt_y+.1"/>
                                          </p:val>
                                        </p:tav>
                                        <p:tav tm="100000">
                                          <p:val>
                                            <p:strVal val="#ppt_y"/>
                                          </p:val>
                                        </p:tav>
                                      </p:tavLst>
                                    </p:anim>
                                  </p:childTnLst>
                                </p:cTn>
                              </p:par>
                            </p:childTnLst>
                          </p:cTn>
                        </p:par>
                        <p:par>
                          <p:cTn id="28" fill="hold">
                            <p:stCondLst>
                              <p:cond delay="2000"/>
                            </p:stCondLst>
                            <p:childTnLst>
                              <p:par>
                                <p:cTn id="29" presetID="42" presetClass="entr" presetSubtype="0" fill="hold" nodeType="after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500"/>
                                        <p:tgtEl>
                                          <p:spTgt spid="28"/>
                                        </p:tgtEl>
                                      </p:cBhvr>
                                    </p:animEffect>
                                    <p:anim calcmode="lin" valueType="num">
                                      <p:cBhvr>
                                        <p:cTn id="32" dur="500" fill="hold"/>
                                        <p:tgtEl>
                                          <p:spTgt spid="28"/>
                                        </p:tgtEl>
                                        <p:attrNameLst>
                                          <p:attrName>ppt_x</p:attrName>
                                        </p:attrNameLst>
                                      </p:cBhvr>
                                      <p:tavLst>
                                        <p:tav tm="0">
                                          <p:val>
                                            <p:strVal val="#ppt_x"/>
                                          </p:val>
                                        </p:tav>
                                        <p:tav tm="100000">
                                          <p:val>
                                            <p:strVal val="#ppt_x"/>
                                          </p:val>
                                        </p:tav>
                                      </p:tavLst>
                                    </p:anim>
                                    <p:anim calcmode="lin" valueType="num">
                                      <p:cBhvr>
                                        <p:cTn id="33" dur="500" fill="hold"/>
                                        <p:tgtEl>
                                          <p:spTgt spid="28"/>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23"/>
                                        </p:tgtEl>
                                        <p:attrNameLst>
                                          <p:attrName>style.visibility</p:attrName>
                                        </p:attrNameLst>
                                      </p:cBhvr>
                                      <p:to>
                                        <p:strVal val="visible"/>
                                      </p:to>
                                    </p:set>
                                    <p:animEffect transition="in" filter="fade">
                                      <p:cBhvr>
                                        <p:cTn id="36" dur="500"/>
                                        <p:tgtEl>
                                          <p:spTgt spid="23"/>
                                        </p:tgtEl>
                                      </p:cBhvr>
                                    </p:animEffect>
                                    <p:anim calcmode="lin" valueType="num">
                                      <p:cBhvr>
                                        <p:cTn id="37" dur="500" fill="hold"/>
                                        <p:tgtEl>
                                          <p:spTgt spid="23"/>
                                        </p:tgtEl>
                                        <p:attrNameLst>
                                          <p:attrName>ppt_x</p:attrName>
                                        </p:attrNameLst>
                                      </p:cBhvr>
                                      <p:tavLst>
                                        <p:tav tm="0">
                                          <p:val>
                                            <p:strVal val="#ppt_x"/>
                                          </p:val>
                                        </p:tav>
                                        <p:tav tm="100000">
                                          <p:val>
                                            <p:strVal val="#ppt_x"/>
                                          </p:val>
                                        </p:tav>
                                      </p:tavLst>
                                    </p:anim>
                                    <p:anim calcmode="lin" valueType="num">
                                      <p:cBhvr>
                                        <p:cTn id="38" dur="500" fill="hold"/>
                                        <p:tgtEl>
                                          <p:spTgt spid="23"/>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32"/>
                                        </p:tgtEl>
                                        <p:attrNameLst>
                                          <p:attrName>style.visibility</p:attrName>
                                        </p:attrNameLst>
                                      </p:cBhvr>
                                      <p:to>
                                        <p:strVal val="visible"/>
                                      </p:to>
                                    </p:set>
                                    <p:animEffect transition="in" filter="fade">
                                      <p:cBhvr>
                                        <p:cTn id="41" dur="500"/>
                                        <p:tgtEl>
                                          <p:spTgt spid="32"/>
                                        </p:tgtEl>
                                      </p:cBhvr>
                                    </p:animEffect>
                                    <p:anim calcmode="lin" valueType="num">
                                      <p:cBhvr>
                                        <p:cTn id="42" dur="500" fill="hold"/>
                                        <p:tgtEl>
                                          <p:spTgt spid="32"/>
                                        </p:tgtEl>
                                        <p:attrNameLst>
                                          <p:attrName>ppt_x</p:attrName>
                                        </p:attrNameLst>
                                      </p:cBhvr>
                                      <p:tavLst>
                                        <p:tav tm="0">
                                          <p:val>
                                            <p:strVal val="#ppt_x"/>
                                          </p:val>
                                        </p:tav>
                                        <p:tav tm="100000">
                                          <p:val>
                                            <p:strVal val="#ppt_x"/>
                                          </p:val>
                                        </p:tav>
                                      </p:tavLst>
                                    </p:anim>
                                    <p:anim calcmode="lin" valueType="num">
                                      <p:cBhvr>
                                        <p:cTn id="43" dur="500" fill="hold"/>
                                        <p:tgtEl>
                                          <p:spTgt spid="3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3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Box 3"/>
          <p:cNvSpPr>
            <a:spLocks noChangeArrowheads="1"/>
          </p:cNvSpPr>
          <p:nvPr/>
        </p:nvSpPr>
        <p:spPr bwMode="auto">
          <a:xfrm>
            <a:off x="293677" y="1197031"/>
            <a:ext cx="8712200" cy="521706"/>
          </a:xfrm>
          <a:prstGeom prst="roundRect">
            <a:avLst>
              <a:gd name="adj" fmla="val 3278"/>
            </a:avLst>
          </a:prstGeom>
          <a:noFill/>
          <a:ln w="9525">
            <a:noFill/>
            <a:round/>
          </a:ln>
          <a:extLst>
            <a:ext uri="{909E8E84-426E-40DD-AFC4-6F175D3DCCD1}">
              <a14:hiddenFill xmlns:a14="http://schemas.microsoft.com/office/drawing/2010/main">
                <a:solidFill>
                  <a:srgbClr val="FFFFFF"/>
                </a:solidFill>
              </a14:hiddenFill>
            </a:ext>
          </a:extLst>
        </p:spPr>
        <p:txBody>
          <a:bodyPr>
            <a:spAutoFit/>
          </a:bodyPr>
          <a:lstStyle>
            <a:lvl1pPr marL="342900" indent="-342900">
              <a:defRPr b="1">
                <a:solidFill>
                  <a:schemeClr val="tx1"/>
                </a:solidFill>
                <a:latin typeface="Calibri" panose="020F0502020204030204" pitchFamily="34" charset="0"/>
                <a:ea typeface="宋体" panose="02010600030101010101" pitchFamily="2" charset="-122"/>
              </a:defRPr>
            </a:lvl1pPr>
            <a:lvl2pPr marL="742950" indent="-285750">
              <a:defRPr b="1">
                <a:solidFill>
                  <a:schemeClr val="tx1"/>
                </a:solidFill>
                <a:latin typeface="Calibri" panose="020F0502020204030204" pitchFamily="34" charset="0"/>
                <a:ea typeface="宋体" panose="02010600030101010101" pitchFamily="2" charset="-122"/>
              </a:defRPr>
            </a:lvl2pPr>
            <a:lvl3pPr marL="1143000" indent="-228600">
              <a:defRPr b="1">
                <a:solidFill>
                  <a:schemeClr val="tx1"/>
                </a:solidFill>
                <a:latin typeface="Calibri" panose="020F0502020204030204" pitchFamily="34" charset="0"/>
                <a:ea typeface="宋体" panose="02010600030101010101" pitchFamily="2" charset="-122"/>
              </a:defRPr>
            </a:lvl3pPr>
            <a:lvl4pPr marL="1600200" indent="-228600">
              <a:defRPr b="1">
                <a:solidFill>
                  <a:schemeClr val="tx1"/>
                </a:solidFill>
                <a:latin typeface="Calibri" panose="020F0502020204030204" pitchFamily="34" charset="0"/>
                <a:ea typeface="宋体" panose="02010600030101010101" pitchFamily="2" charset="-122"/>
              </a:defRPr>
            </a:lvl4pPr>
            <a:lvl5pPr marL="2057400" indent="-228600">
              <a:defRPr b="1">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Calibri" panose="020F0502020204030204" pitchFamily="34" charset="0"/>
                <a:ea typeface="宋体" panose="02010600030101010101" pitchFamily="2" charset="-122"/>
              </a:defRPr>
            </a:lvl9pPr>
          </a:lstStyle>
          <a:p>
            <a:pPr defTabSz="914400" eaLnBrk="1" hangingPunct="1">
              <a:lnSpc>
                <a:spcPct val="125000"/>
              </a:lnSpc>
              <a:spcBef>
                <a:spcPts val="1200"/>
              </a:spcBef>
              <a:buClr>
                <a:srgbClr val="0033CC"/>
              </a:buClr>
              <a:buFont typeface="Wingdings" panose="05000000000000000000" pitchFamily="2" charset="2"/>
              <a:buChar char="q"/>
            </a:pPr>
            <a:r>
              <a:rPr lang="zh-CN" altLang="en-US" sz="2400" dirty="0">
                <a:solidFill>
                  <a:srgbClr val="FF0000"/>
                </a:solidFill>
                <a:latin typeface="微软雅黑" panose="020B0503020204020204" pitchFamily="34" charset="-122"/>
                <a:ea typeface="微软雅黑" panose="020B0503020204020204" pitchFamily="34" charset="-122"/>
              </a:rPr>
              <a:t>怎么开展</a:t>
            </a:r>
            <a:r>
              <a:rPr lang="en-US" altLang="zh-CN" sz="2400" dirty="0">
                <a:solidFill>
                  <a:srgbClr val="FF0000"/>
                </a:solidFill>
                <a:latin typeface="微软雅黑" panose="020B0503020204020204" pitchFamily="34" charset="-122"/>
                <a:ea typeface="微软雅黑" panose="020B0503020204020204" pitchFamily="34" charset="-122"/>
              </a:rPr>
              <a:t>SRTP</a:t>
            </a:r>
            <a:r>
              <a:rPr lang="zh-CN" altLang="en-US" sz="2400" dirty="0">
                <a:solidFill>
                  <a:srgbClr val="FF0000"/>
                </a:solidFill>
                <a:latin typeface="微软雅黑" panose="020B0503020204020204" pitchFamily="34" charset="-122"/>
                <a:ea typeface="微软雅黑" panose="020B0503020204020204" pitchFamily="34" charset="-122"/>
              </a:rPr>
              <a:t>项目研究？</a:t>
            </a:r>
            <a:endParaRPr lang="en-US" altLang="zh-CN" sz="2400" dirty="0">
              <a:solidFill>
                <a:srgbClr val="FF0000"/>
              </a:solidFill>
              <a:latin typeface="微软雅黑" panose="020B0503020204020204" pitchFamily="34" charset="-122"/>
              <a:ea typeface="微软雅黑" panose="020B0503020204020204" pitchFamily="34" charset="-122"/>
            </a:endParaRPr>
          </a:p>
        </p:txBody>
      </p:sp>
      <p:sp>
        <p:nvSpPr>
          <p:cNvPr id="72" name="文本框 6"/>
          <p:cNvSpPr txBox="1"/>
          <p:nvPr/>
        </p:nvSpPr>
        <p:spPr>
          <a:xfrm>
            <a:off x="271463" y="294021"/>
            <a:ext cx="4085035" cy="584775"/>
          </a:xfrm>
          <a:prstGeom prst="rect">
            <a:avLst/>
          </a:prstGeom>
          <a:solidFill>
            <a:srgbClr val="075C8E"/>
          </a:solidFill>
          <a:ln w="9525">
            <a:noFill/>
          </a:ln>
        </p:spPr>
        <p:txBody>
          <a:bodyPr anchor="ctr">
            <a:spAutoFit/>
          </a:bodyPr>
          <a:lstStyle/>
          <a:p>
            <a:pPr>
              <a:spcBef>
                <a:spcPts val="600"/>
              </a:spcBef>
              <a:spcAft>
                <a:spcPts val="600"/>
              </a:spcAft>
            </a:pPr>
            <a:r>
              <a:rPr lang="en-US" altLang="zh-CN" sz="3200" b="1" dirty="0">
                <a:solidFill>
                  <a:schemeClr val="bg1"/>
                </a:solidFill>
                <a:latin typeface="黑体" panose="02010609060101010101" pitchFamily="49" charset="-122"/>
                <a:ea typeface="黑体" panose="02010609060101010101" pitchFamily="49" charset="-122"/>
              </a:rPr>
              <a:t>3 </a:t>
            </a:r>
            <a:r>
              <a:rPr lang="zh-CN" altLang="en-US" sz="3200" b="1" dirty="0">
                <a:solidFill>
                  <a:schemeClr val="bg1"/>
                </a:solidFill>
                <a:latin typeface="黑体" panose="02010609060101010101" pitchFamily="49" charset="-122"/>
                <a:ea typeface="黑体" panose="02010609060101010101" pitchFamily="49" charset="-122"/>
              </a:rPr>
              <a:t>研究过程</a:t>
            </a:r>
            <a:endParaRPr lang="zh-CN" altLang="en-US" sz="3200" b="1" dirty="0">
              <a:solidFill>
                <a:schemeClr val="bg1"/>
              </a:solidFill>
              <a:latin typeface="黑体" panose="02010609060101010101" pitchFamily="49" charset="-122"/>
              <a:ea typeface="黑体" panose="02010609060101010101" pitchFamily="49" charset="-122"/>
            </a:endParaRPr>
          </a:p>
        </p:txBody>
      </p:sp>
      <p:sp>
        <p:nvSpPr>
          <p:cNvPr id="4" name="文本框 3"/>
          <p:cNvSpPr txBox="1"/>
          <p:nvPr/>
        </p:nvSpPr>
        <p:spPr>
          <a:xfrm>
            <a:off x="684053" y="1751892"/>
            <a:ext cx="8321823" cy="4708790"/>
          </a:xfrm>
          <a:prstGeom prst="rect">
            <a:avLst/>
          </a:prstGeom>
          <a:noFill/>
        </p:spPr>
        <p:txBody>
          <a:bodyPr wrap="square" rtlCol="0">
            <a:spAutoFit/>
          </a:bodyPr>
          <a:lstStyle/>
          <a:p>
            <a:pPr marL="457200" indent="-457200">
              <a:lnSpc>
                <a:spcPct val="125000"/>
              </a:lnSpc>
              <a:buClr>
                <a:schemeClr val="tx1"/>
              </a:buClr>
              <a:buFont typeface="+mj-lt"/>
              <a:buAutoNum type="arabicPeriod"/>
            </a:pPr>
            <a:r>
              <a:rPr lang="zh-CN" altLang="en-US" sz="2200" dirty="0">
                <a:solidFill>
                  <a:srgbClr val="FF0000"/>
                </a:solidFill>
                <a:latin typeface="+mn-ea"/>
                <a:ea typeface="+mn-ea"/>
              </a:rPr>
              <a:t>前期准备工作</a:t>
            </a:r>
            <a:r>
              <a:rPr lang="zh-CN" altLang="en-US" sz="2200" dirty="0">
                <a:latin typeface="+mn-ea"/>
                <a:ea typeface="+mn-ea"/>
              </a:rPr>
              <a:t>：按照申报书的内容开展文献调研，数据收集，调查等工作</a:t>
            </a:r>
            <a:endParaRPr lang="en-US" altLang="zh-CN" sz="2200" dirty="0">
              <a:latin typeface="+mn-ea"/>
              <a:ea typeface="+mn-ea"/>
            </a:endParaRPr>
          </a:p>
          <a:p>
            <a:pPr marL="457200" indent="-457200">
              <a:lnSpc>
                <a:spcPct val="125000"/>
              </a:lnSpc>
              <a:buClr>
                <a:schemeClr val="tx1"/>
              </a:buClr>
              <a:buFont typeface="+mj-lt"/>
              <a:buAutoNum type="arabicPeriod"/>
            </a:pPr>
            <a:r>
              <a:rPr lang="zh-CN" altLang="en-US" sz="2200" dirty="0">
                <a:latin typeface="+mn-ea"/>
                <a:ea typeface="+mn-ea"/>
              </a:rPr>
              <a:t>围绕研究的问题，设计研究方案，</a:t>
            </a:r>
            <a:r>
              <a:rPr lang="zh-CN" altLang="en-US" sz="2200" dirty="0">
                <a:solidFill>
                  <a:srgbClr val="FF0000"/>
                </a:solidFill>
                <a:latin typeface="+mn-ea"/>
                <a:ea typeface="+mn-ea"/>
              </a:rPr>
              <a:t>开展相关的研究或实践工作</a:t>
            </a:r>
            <a:endParaRPr lang="en-US" altLang="zh-CN" sz="2200" dirty="0">
              <a:solidFill>
                <a:srgbClr val="FF0000"/>
              </a:solidFill>
              <a:latin typeface="+mn-ea"/>
              <a:ea typeface="+mn-ea"/>
            </a:endParaRPr>
          </a:p>
          <a:p>
            <a:pPr marL="457200" indent="-457200">
              <a:lnSpc>
                <a:spcPct val="125000"/>
              </a:lnSpc>
              <a:buClr>
                <a:schemeClr val="tx1"/>
              </a:buClr>
              <a:buFont typeface="+mj-lt"/>
              <a:buAutoNum type="arabicPeriod"/>
            </a:pPr>
            <a:r>
              <a:rPr lang="zh-CN" altLang="en-US" sz="2200" dirty="0">
                <a:solidFill>
                  <a:srgbClr val="FF0000"/>
                </a:solidFill>
                <a:latin typeface="+mn-ea"/>
                <a:ea typeface="+mn-ea"/>
              </a:rPr>
              <a:t>中期答辩</a:t>
            </a:r>
            <a:r>
              <a:rPr lang="zh-CN" altLang="en-US" sz="2200" dirty="0">
                <a:latin typeface="+mn-ea"/>
                <a:ea typeface="+mn-ea"/>
              </a:rPr>
              <a:t>：按照项目的实际进展，完成中期检查，参与中期答辩，根据项目的不足，进行完善和总结</a:t>
            </a:r>
            <a:endParaRPr lang="en-US" altLang="zh-CN" sz="2200" dirty="0">
              <a:latin typeface="+mn-ea"/>
              <a:ea typeface="+mn-ea"/>
            </a:endParaRPr>
          </a:p>
          <a:p>
            <a:pPr marL="457200" indent="-457200">
              <a:lnSpc>
                <a:spcPct val="125000"/>
              </a:lnSpc>
              <a:buClr>
                <a:schemeClr val="tx1"/>
              </a:buClr>
              <a:buFont typeface="+mj-lt"/>
              <a:buAutoNum type="arabicPeriod"/>
            </a:pPr>
            <a:r>
              <a:rPr lang="zh-CN" altLang="en-US" sz="2200" dirty="0">
                <a:latin typeface="+mn-ea"/>
                <a:ea typeface="+mn-ea"/>
              </a:rPr>
              <a:t>根据研究内容与结果，</a:t>
            </a:r>
            <a:r>
              <a:rPr lang="zh-CN" altLang="en-US" sz="2200" dirty="0">
                <a:solidFill>
                  <a:srgbClr val="FF0000"/>
                </a:solidFill>
                <a:latin typeface="+mn-ea"/>
                <a:ea typeface="+mn-ea"/>
              </a:rPr>
              <a:t>撰写研究报告和相关的研究论文</a:t>
            </a:r>
            <a:r>
              <a:rPr lang="zh-CN" altLang="en-US" sz="2200" dirty="0">
                <a:latin typeface="+mn-ea"/>
                <a:ea typeface="+mn-ea"/>
              </a:rPr>
              <a:t>，并形成相关成果（学术论文、专利、著作等）</a:t>
            </a:r>
            <a:endParaRPr lang="en-US" altLang="zh-CN" sz="2200" dirty="0">
              <a:latin typeface="+mn-ea"/>
              <a:ea typeface="+mn-ea"/>
            </a:endParaRPr>
          </a:p>
          <a:p>
            <a:pPr marL="457200" indent="-457200">
              <a:lnSpc>
                <a:spcPct val="125000"/>
              </a:lnSpc>
              <a:buClr>
                <a:schemeClr val="tx1"/>
              </a:buClr>
              <a:buFont typeface="+mj-lt"/>
              <a:buAutoNum type="arabicPeriod"/>
            </a:pPr>
            <a:r>
              <a:rPr lang="zh-CN" altLang="en-US" sz="2200" dirty="0">
                <a:solidFill>
                  <a:srgbClr val="FF0000"/>
                </a:solidFill>
                <a:latin typeface="+mn-ea"/>
                <a:ea typeface="+mn-ea"/>
              </a:rPr>
              <a:t>项目结题</a:t>
            </a:r>
            <a:r>
              <a:rPr lang="zh-CN" altLang="en-US" sz="2200" dirty="0">
                <a:latin typeface="+mn-ea"/>
                <a:ea typeface="+mn-ea"/>
              </a:rPr>
              <a:t>：结题报告（包括研究进展、研究总结、研究成果、研究不足、项目经费的使用情况）</a:t>
            </a:r>
            <a:r>
              <a:rPr lang="en-US" altLang="zh-CN" sz="2200" dirty="0">
                <a:latin typeface="+mn-ea"/>
                <a:ea typeface="+mn-ea"/>
              </a:rPr>
              <a:t>+</a:t>
            </a:r>
            <a:r>
              <a:rPr lang="zh-CN" altLang="en-US" sz="2200" dirty="0">
                <a:latin typeface="+mn-ea"/>
                <a:ea typeface="+mn-ea"/>
              </a:rPr>
              <a:t>完成材料（发表的学术论文、专利、著作、参加的学术会议、比赛荣誉），并参与结题答辩</a:t>
            </a:r>
            <a:endParaRPr lang="zh-CN" altLang="en-US" sz="2200" dirty="0">
              <a:latin typeface="+mn-ea"/>
              <a:ea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anim calcmode="lin" valueType="num">
                                      <p:cBhvr>
                                        <p:cTn id="8" dur="500" fill="hold"/>
                                        <p:tgtEl>
                                          <p:spTgt spid="14"/>
                                        </p:tgtEl>
                                        <p:attrNameLst>
                                          <p:attrName>ppt_x</p:attrName>
                                        </p:attrNameLst>
                                      </p:cBhvr>
                                      <p:tavLst>
                                        <p:tav tm="0">
                                          <p:val>
                                            <p:strVal val="#ppt_x"/>
                                          </p:val>
                                        </p:tav>
                                        <p:tav tm="100000">
                                          <p:val>
                                            <p:strVal val="#ppt_x"/>
                                          </p:val>
                                        </p:tav>
                                      </p:tavLst>
                                    </p:anim>
                                    <p:anim calcmode="lin" valueType="num">
                                      <p:cBhvr>
                                        <p:cTn id="9"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32" name="TextBox 26"/>
          <p:cNvSpPr txBox="1"/>
          <p:nvPr/>
        </p:nvSpPr>
        <p:spPr>
          <a:xfrm>
            <a:off x="1373863" y="3089672"/>
            <a:ext cx="2712602" cy="1200329"/>
          </a:xfrm>
          <a:prstGeom prst="rect">
            <a:avLst/>
          </a:prstGeom>
          <a:noFill/>
          <a:ln w="9525">
            <a:noFill/>
          </a:ln>
        </p:spPr>
        <p:txBody>
          <a:bodyPr wrap="none">
            <a:spAutoFit/>
          </a:bodyPr>
          <a:lstStyle/>
          <a:p>
            <a:r>
              <a:rPr lang="zh-CN" altLang="en-US" sz="7200" b="1" dirty="0">
                <a:solidFill>
                  <a:srgbClr val="1557AE"/>
                </a:solidFill>
                <a:latin typeface="华文行楷" panose="02010800040101010101" pitchFamily="2" charset="-122"/>
                <a:ea typeface="华文行楷" panose="02010800040101010101" pitchFamily="2" charset="-122"/>
              </a:rPr>
              <a:t> 谢 谢 </a:t>
            </a:r>
            <a:endParaRPr lang="zh-CN" altLang="en-US" sz="7200" b="1" dirty="0">
              <a:solidFill>
                <a:srgbClr val="1557AE"/>
              </a:solidFill>
              <a:latin typeface="华文行楷" panose="02010800040101010101" pitchFamily="2" charset="-122"/>
              <a:ea typeface="华文行楷" panose="02010800040101010101" pitchFamily="2" charset="-122"/>
            </a:endParaRPr>
          </a:p>
        </p:txBody>
      </p:sp>
      <p:cxnSp>
        <p:nvCxnSpPr>
          <p:cNvPr id="23" name="直接连接符 22"/>
          <p:cNvCxnSpPr/>
          <p:nvPr/>
        </p:nvCxnSpPr>
        <p:spPr>
          <a:xfrm>
            <a:off x="357188" y="4416029"/>
            <a:ext cx="5835254"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24" name="矩形 23"/>
          <p:cNvSpPr/>
          <p:nvPr/>
        </p:nvSpPr>
        <p:spPr>
          <a:xfrm>
            <a:off x="357188" y="4455319"/>
            <a:ext cx="4589860" cy="269081"/>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l" defTabSz="457200" rtl="0" eaLnBrk="0" fontAlgn="base" latinLnBrk="0" hangingPunct="0">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rgbClr val="1557AE"/>
              </a:solidFill>
              <a:effectLst/>
              <a:uLnTx/>
              <a:uFillTx/>
              <a:latin typeface="+mn-lt"/>
              <a:ea typeface="+mn-ea"/>
              <a:cs typeface="+mn-cs"/>
            </a:endParaRPr>
          </a:p>
        </p:txBody>
      </p:sp>
      <p:pic>
        <p:nvPicPr>
          <p:cNvPr id="9239" name="Picture 2"/>
          <p:cNvPicPr>
            <a:picLocks noChangeAspect="1"/>
          </p:cNvPicPr>
          <p:nvPr/>
        </p:nvPicPr>
        <p:blipFill>
          <a:blip r:embed="rId1"/>
          <a:stretch>
            <a:fillRect/>
          </a:stretch>
        </p:blipFill>
        <p:spPr>
          <a:xfrm>
            <a:off x="1828801" y="1260974"/>
            <a:ext cx="1646634" cy="1631156"/>
          </a:xfrm>
          <a:prstGeom prst="rect">
            <a:avLst/>
          </a:prstGeom>
          <a:noFill/>
          <a:ln w="9525">
            <a:noFill/>
          </a:ln>
        </p:spPr>
      </p:pic>
      <p:pic>
        <p:nvPicPr>
          <p:cNvPr id="26" name="图片 25"/>
          <p:cNvPicPr>
            <a:picLocks noChangeAspect="1"/>
          </p:cNvPicPr>
          <p:nvPr/>
        </p:nvPicPr>
        <p:blipFill>
          <a:blip r:embed="rId2" cstate="email"/>
          <a:srcRect/>
          <a:stretch>
            <a:fillRect/>
          </a:stretch>
        </p:blipFill>
        <p:spPr>
          <a:xfrm>
            <a:off x="6343520" y="-8187"/>
            <a:ext cx="1884180" cy="941847"/>
          </a:xfrm>
          <a:custGeom>
            <a:avLst/>
            <a:gdLst>
              <a:gd name="connsiteX0" fmla="*/ 0 w 1413135"/>
              <a:gd name="connsiteY0" fmla="*/ 0 h 706385"/>
              <a:gd name="connsiteX1" fmla="*/ 1413135 w 1413135"/>
              <a:gd name="connsiteY1" fmla="*/ 0 h 706385"/>
              <a:gd name="connsiteX2" fmla="*/ 690511 w 1413135"/>
              <a:gd name="connsiteY2" fmla="*/ 706385 h 706385"/>
              <a:gd name="connsiteX3" fmla="*/ 0 w 1413135"/>
              <a:gd name="connsiteY3" fmla="*/ 0 h 706385"/>
            </a:gdLst>
            <a:ahLst/>
            <a:cxnLst>
              <a:cxn ang="0">
                <a:pos x="connsiteX0" y="connsiteY0"/>
              </a:cxn>
              <a:cxn ang="0">
                <a:pos x="connsiteX1" y="connsiteY1"/>
              </a:cxn>
              <a:cxn ang="0">
                <a:pos x="connsiteX2" y="connsiteY2"/>
              </a:cxn>
              <a:cxn ang="0">
                <a:pos x="connsiteX3" y="connsiteY3"/>
              </a:cxn>
            </a:cxnLst>
            <a:rect l="l" t="t" r="r" b="b"/>
            <a:pathLst>
              <a:path w="1413135" h="706385">
                <a:moveTo>
                  <a:pt x="0" y="0"/>
                </a:moveTo>
                <a:lnTo>
                  <a:pt x="1413135" y="0"/>
                </a:lnTo>
                <a:lnTo>
                  <a:pt x="690511" y="706385"/>
                </a:lnTo>
                <a:lnTo>
                  <a:pt x="0" y="0"/>
                </a:lnTo>
                <a:close/>
              </a:path>
            </a:pathLst>
          </a:custGeom>
        </p:spPr>
      </p:pic>
      <p:pic>
        <p:nvPicPr>
          <p:cNvPr id="27" name="图片 26"/>
          <p:cNvPicPr>
            <a:picLocks noChangeAspect="1"/>
          </p:cNvPicPr>
          <p:nvPr/>
        </p:nvPicPr>
        <p:blipFill rotWithShape="1">
          <a:blip r:embed="rId3" cstate="email"/>
          <a:srcRect r="25245"/>
          <a:stretch>
            <a:fillRect/>
          </a:stretch>
        </p:blipFill>
        <p:spPr>
          <a:xfrm>
            <a:off x="7831298" y="-8188"/>
            <a:ext cx="2557615" cy="2996951"/>
          </a:xfrm>
          <a:custGeom>
            <a:avLst/>
            <a:gdLst>
              <a:gd name="connsiteX0" fmla="*/ 468300 w 2566009"/>
              <a:gd name="connsiteY0" fmla="*/ 0 h 3074138"/>
              <a:gd name="connsiteX1" fmla="*/ 2566009 w 2566009"/>
              <a:gd name="connsiteY1" fmla="*/ 0 h 3074138"/>
              <a:gd name="connsiteX2" fmla="*/ 2566009 w 2566009"/>
              <a:gd name="connsiteY2" fmla="*/ 3065886 h 3074138"/>
              <a:gd name="connsiteX3" fmla="*/ 2557567 w 2566009"/>
              <a:gd name="connsiteY3" fmla="*/ 3074138 h 3074138"/>
              <a:gd name="connsiteX4" fmla="*/ 0 w 2566009"/>
              <a:gd name="connsiteY4" fmla="*/ 457776 h 3074138"/>
              <a:gd name="connsiteX5" fmla="*/ 468300 w 2566009"/>
              <a:gd name="connsiteY5" fmla="*/ 0 h 3074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66009" h="3074138">
                <a:moveTo>
                  <a:pt x="468300" y="0"/>
                </a:moveTo>
                <a:lnTo>
                  <a:pt x="2566009" y="0"/>
                </a:lnTo>
                <a:lnTo>
                  <a:pt x="2566009" y="3065886"/>
                </a:lnTo>
                <a:lnTo>
                  <a:pt x="2557567" y="3074138"/>
                </a:lnTo>
                <a:lnTo>
                  <a:pt x="0" y="457776"/>
                </a:lnTo>
                <a:lnTo>
                  <a:pt x="468300" y="0"/>
                </a:lnTo>
                <a:close/>
              </a:path>
            </a:pathLst>
          </a:custGeom>
        </p:spPr>
      </p:pic>
      <p:pic>
        <p:nvPicPr>
          <p:cNvPr id="29" name="图片 28"/>
          <p:cNvPicPr>
            <a:picLocks noChangeAspect="1"/>
          </p:cNvPicPr>
          <p:nvPr/>
        </p:nvPicPr>
        <p:blipFill>
          <a:blip r:embed="rId4" cstate="email"/>
          <a:srcRect/>
          <a:stretch>
            <a:fillRect/>
          </a:stretch>
        </p:blipFill>
        <p:spPr>
          <a:xfrm>
            <a:off x="5281150" y="118384"/>
            <a:ext cx="1831411" cy="1832569"/>
          </a:xfrm>
          <a:custGeom>
            <a:avLst/>
            <a:gdLst>
              <a:gd name="connsiteX0" fmla="*/ 675477 w 1373558"/>
              <a:gd name="connsiteY0" fmla="*/ 0 h 1374427"/>
              <a:gd name="connsiteX1" fmla="*/ 1373558 w 1373558"/>
              <a:gd name="connsiteY1" fmla="*/ 714129 h 1374427"/>
              <a:gd name="connsiteX2" fmla="*/ 698081 w 1373558"/>
              <a:gd name="connsiteY2" fmla="*/ 1374427 h 1374427"/>
              <a:gd name="connsiteX3" fmla="*/ 0 w 1373558"/>
              <a:gd name="connsiteY3" fmla="*/ 660298 h 1374427"/>
              <a:gd name="connsiteX4" fmla="*/ 675477 w 1373558"/>
              <a:gd name="connsiteY4" fmla="*/ 0 h 1374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3558" h="1374427">
                <a:moveTo>
                  <a:pt x="675477" y="0"/>
                </a:moveTo>
                <a:lnTo>
                  <a:pt x="1373558" y="714129"/>
                </a:lnTo>
                <a:lnTo>
                  <a:pt x="698081" y="1374427"/>
                </a:lnTo>
                <a:lnTo>
                  <a:pt x="0" y="660298"/>
                </a:lnTo>
                <a:lnTo>
                  <a:pt x="675477" y="0"/>
                </a:lnTo>
                <a:close/>
              </a:path>
            </a:pathLst>
          </a:custGeom>
        </p:spPr>
      </p:pic>
      <p:pic>
        <p:nvPicPr>
          <p:cNvPr id="31" name="图片 30"/>
          <p:cNvPicPr>
            <a:picLocks noChangeAspect="1"/>
          </p:cNvPicPr>
          <p:nvPr/>
        </p:nvPicPr>
        <p:blipFill>
          <a:blip r:embed="rId5" cstate="email"/>
          <a:srcRect/>
          <a:stretch>
            <a:fillRect/>
          </a:stretch>
        </p:blipFill>
        <p:spPr>
          <a:xfrm>
            <a:off x="6337688" y="744286"/>
            <a:ext cx="2708667" cy="2708668"/>
          </a:xfrm>
          <a:custGeom>
            <a:avLst/>
            <a:gdLst>
              <a:gd name="connsiteX0" fmla="*/ 1027293 w 2031501"/>
              <a:gd name="connsiteY0" fmla="*/ 0 h 2031501"/>
              <a:gd name="connsiteX1" fmla="*/ 2031501 w 2031501"/>
              <a:gd name="connsiteY1" fmla="*/ 1027293 h 2031501"/>
              <a:gd name="connsiteX2" fmla="*/ 1004208 w 2031501"/>
              <a:gd name="connsiteY2" fmla="*/ 2031501 h 2031501"/>
              <a:gd name="connsiteX3" fmla="*/ 0 w 2031501"/>
              <a:gd name="connsiteY3" fmla="*/ 1004208 h 2031501"/>
              <a:gd name="connsiteX4" fmla="*/ 1027293 w 2031501"/>
              <a:gd name="connsiteY4" fmla="*/ 0 h 20315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31501" h="2031501">
                <a:moveTo>
                  <a:pt x="1027293" y="0"/>
                </a:moveTo>
                <a:lnTo>
                  <a:pt x="2031501" y="1027293"/>
                </a:lnTo>
                <a:lnTo>
                  <a:pt x="1004208" y="2031501"/>
                </a:lnTo>
                <a:lnTo>
                  <a:pt x="0" y="1004208"/>
                </a:lnTo>
                <a:lnTo>
                  <a:pt x="1027293" y="0"/>
                </a:lnTo>
                <a:close/>
              </a:path>
            </a:pathLst>
          </a:custGeom>
        </p:spPr>
      </p:pic>
      <p:pic>
        <p:nvPicPr>
          <p:cNvPr id="32" name="图片 31"/>
          <p:cNvPicPr>
            <a:picLocks noChangeAspect="1"/>
          </p:cNvPicPr>
          <p:nvPr/>
        </p:nvPicPr>
        <p:blipFill>
          <a:blip r:embed="rId6" cstate="email"/>
          <a:srcRect/>
          <a:stretch>
            <a:fillRect/>
          </a:stretch>
        </p:blipFill>
        <p:spPr>
          <a:xfrm>
            <a:off x="4731428" y="1093937"/>
            <a:ext cx="827703" cy="827703"/>
          </a:xfrm>
          <a:custGeom>
            <a:avLst/>
            <a:gdLst>
              <a:gd name="connsiteX0" fmla="*/ 313915 w 620777"/>
              <a:gd name="connsiteY0" fmla="*/ 0 h 620777"/>
              <a:gd name="connsiteX1" fmla="*/ 620777 w 620777"/>
              <a:gd name="connsiteY1" fmla="*/ 313915 h 620777"/>
              <a:gd name="connsiteX2" fmla="*/ 306861 w 620777"/>
              <a:gd name="connsiteY2" fmla="*/ 620777 h 620777"/>
              <a:gd name="connsiteX3" fmla="*/ 0 w 620777"/>
              <a:gd name="connsiteY3" fmla="*/ 306861 h 620777"/>
              <a:gd name="connsiteX4" fmla="*/ 313915 w 620777"/>
              <a:gd name="connsiteY4" fmla="*/ 0 h 620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0777" h="620777">
                <a:moveTo>
                  <a:pt x="313915" y="0"/>
                </a:moveTo>
                <a:lnTo>
                  <a:pt x="620777" y="313915"/>
                </a:lnTo>
                <a:lnTo>
                  <a:pt x="306861" y="620777"/>
                </a:lnTo>
                <a:lnTo>
                  <a:pt x="0" y="306861"/>
                </a:lnTo>
                <a:lnTo>
                  <a:pt x="313915" y="0"/>
                </a:lnTo>
                <a:close/>
              </a:path>
            </a:pathLst>
          </a:custGeom>
        </p:spPr>
      </p:pic>
      <p:sp>
        <p:nvSpPr>
          <p:cNvPr id="33" name="矩形 32"/>
          <p:cNvSpPr/>
          <p:nvPr/>
        </p:nvSpPr>
        <p:spPr>
          <a:xfrm rot="2685974">
            <a:off x="8546543" y="2511171"/>
            <a:ext cx="1219200" cy="1219200"/>
          </a:xfrm>
          <a:prstGeom prst="rect">
            <a:avLst/>
          </a:prstGeom>
          <a:solidFill>
            <a:srgbClr val="1557A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p>
        </p:txBody>
      </p:sp>
      <p:sp>
        <p:nvSpPr>
          <p:cNvPr id="34" name="矩形 33"/>
          <p:cNvSpPr/>
          <p:nvPr/>
        </p:nvSpPr>
        <p:spPr>
          <a:xfrm rot="2685974">
            <a:off x="6893956" y="3223958"/>
            <a:ext cx="438150" cy="43815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p>
        </p:txBody>
      </p:sp>
      <p:sp>
        <p:nvSpPr>
          <p:cNvPr id="35" name="矩形 34"/>
          <p:cNvSpPr/>
          <p:nvPr/>
        </p:nvSpPr>
        <p:spPr>
          <a:xfrm rot="2657183">
            <a:off x="5355668" y="1780921"/>
            <a:ext cx="641350" cy="54133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p>
        </p:txBody>
      </p:sp>
      <p:sp>
        <p:nvSpPr>
          <p:cNvPr id="36" name="矩形 35"/>
          <p:cNvSpPr/>
          <p:nvPr/>
        </p:nvSpPr>
        <p:spPr>
          <a:xfrm rot="2685974">
            <a:off x="4219021" y="1331661"/>
            <a:ext cx="341313" cy="34131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p>
        </p:txBody>
      </p:sp>
      <p:sp>
        <p:nvSpPr>
          <p:cNvPr id="37" name="矩形 36"/>
          <p:cNvSpPr/>
          <p:nvPr/>
        </p:nvSpPr>
        <p:spPr>
          <a:xfrm rot="2685974">
            <a:off x="4190443" y="729996"/>
            <a:ext cx="165100" cy="165100"/>
          </a:xfrm>
          <a:prstGeom prst="rect">
            <a:avLst/>
          </a:prstGeom>
          <a:solidFill>
            <a:schemeClr val="accent1">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p>
        </p:txBody>
      </p:sp>
      <p:sp>
        <p:nvSpPr>
          <p:cNvPr id="38" name="矩形 37"/>
          <p:cNvSpPr/>
          <p:nvPr/>
        </p:nvSpPr>
        <p:spPr>
          <a:xfrm rot="2685974">
            <a:off x="8913256" y="3622421"/>
            <a:ext cx="165100" cy="165100"/>
          </a:xfrm>
          <a:prstGeom prst="rect">
            <a:avLst/>
          </a:prstGeom>
          <a:solidFill>
            <a:schemeClr val="accent1">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p>
        </p:txBody>
      </p:sp>
      <p:sp>
        <p:nvSpPr>
          <p:cNvPr id="39" name="矩形 38"/>
          <p:cNvSpPr/>
          <p:nvPr/>
        </p:nvSpPr>
        <p:spPr>
          <a:xfrm rot="2731766">
            <a:off x="5673171" y="2454021"/>
            <a:ext cx="1057275" cy="107315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p>
        </p:txBody>
      </p:sp>
      <p:sp>
        <p:nvSpPr>
          <p:cNvPr id="40" name="矩形 39"/>
          <p:cNvSpPr/>
          <p:nvPr/>
        </p:nvSpPr>
        <p:spPr>
          <a:xfrm rot="2685974">
            <a:off x="5119131" y="3176333"/>
            <a:ext cx="438150" cy="43815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p>
        </p:txBody>
      </p:sp>
      <p:sp>
        <p:nvSpPr>
          <p:cNvPr id="41" name="矩形 40"/>
          <p:cNvSpPr/>
          <p:nvPr/>
        </p:nvSpPr>
        <p:spPr>
          <a:xfrm rot="2685974">
            <a:off x="4733368" y="3312858"/>
            <a:ext cx="165100" cy="165100"/>
          </a:xfrm>
          <a:prstGeom prst="rect">
            <a:avLst/>
          </a:prstGeom>
          <a:solidFill>
            <a:schemeClr val="accent1">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2400"/>
          </a:p>
        </p:txBody>
      </p:sp>
      <p:cxnSp>
        <p:nvCxnSpPr>
          <p:cNvPr id="42" name="直接连接符 41"/>
          <p:cNvCxnSpPr/>
          <p:nvPr/>
        </p:nvCxnSpPr>
        <p:spPr>
          <a:xfrm>
            <a:off x="8173481" y="3589086"/>
            <a:ext cx="2230438" cy="2119313"/>
          </a:xfrm>
          <a:prstGeom prst="line">
            <a:avLst/>
          </a:prstGeom>
          <a:ln w="19050">
            <a:solidFill>
              <a:schemeClr val="bg1"/>
            </a:solidFill>
            <a:prstDash val="dash"/>
          </a:ln>
        </p:spPr>
        <p:style>
          <a:lnRef idx="1">
            <a:schemeClr val="accent1"/>
          </a:lnRef>
          <a:fillRef idx="0">
            <a:schemeClr val="accent1"/>
          </a:fillRef>
          <a:effectRef idx="0">
            <a:schemeClr val="accent1"/>
          </a:effectRef>
          <a:fontRef idx="minor">
            <a:schemeClr val="tx1"/>
          </a:fontRef>
        </p:style>
      </p:cxnSp>
      <p:pic>
        <p:nvPicPr>
          <p:cNvPr id="43" name="图片 2"/>
          <p:cNvPicPr>
            <a:picLocks noChangeAspect="1"/>
          </p:cNvPicPr>
          <p:nvPr/>
        </p:nvPicPr>
        <p:blipFill>
          <a:blip r:embed="rId7"/>
          <a:srcRect r="4179" b="20070"/>
          <a:stretch>
            <a:fillRect/>
          </a:stretch>
        </p:blipFill>
        <p:spPr>
          <a:xfrm>
            <a:off x="4590493" y="3233486"/>
            <a:ext cx="5772150" cy="3616325"/>
          </a:xfrm>
          <a:prstGeom prst="rect">
            <a:avLst/>
          </a:prstGeom>
          <a:noFill/>
          <a:ln w="9525">
            <a:noFill/>
          </a:ln>
        </p:spPr>
      </p:pic>
      <p:cxnSp>
        <p:nvCxnSpPr>
          <p:cNvPr id="44" name="直接连接符 43"/>
          <p:cNvCxnSpPr/>
          <p:nvPr/>
        </p:nvCxnSpPr>
        <p:spPr>
          <a:xfrm flipH="1">
            <a:off x="4815918" y="3603371"/>
            <a:ext cx="3333750" cy="3271838"/>
          </a:xfrm>
          <a:prstGeom prst="line">
            <a:avLst/>
          </a:prstGeom>
          <a:ln w="1905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8173484" y="3554158"/>
            <a:ext cx="2189163" cy="2120900"/>
          </a:xfrm>
          <a:prstGeom prst="line">
            <a:avLst/>
          </a:prstGeom>
          <a:ln w="19050">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46" name="灯片编号占位符 1"/>
          <p:cNvSpPr txBox="1">
            <a:spLocks noGrp="1"/>
          </p:cNvSpPr>
          <p:nvPr>
            <p:ph type="sldNum" sz="quarter" idx="12"/>
          </p:nvPr>
        </p:nvSpPr>
        <p:spPr>
          <a:xfrm>
            <a:off x="6152593" y="6348159"/>
            <a:ext cx="2057400" cy="365125"/>
          </a:xfrm>
          <a:noFill/>
          <a:ln>
            <a:noFill/>
          </a:ln>
        </p:spPr>
        <p:txBody>
          <a:bodyPr anchor="ctr"/>
          <a:lstStyle>
            <a:lvl1pPr marL="0" lvl="0" indent="0" algn="l" defTabSz="457200" rtl="0" eaLnBrk="0" fontAlgn="base" latinLnBrk="0" hangingPunct="0">
              <a:lnSpc>
                <a:spcPct val="100000"/>
              </a:lnSpc>
              <a:spcBef>
                <a:spcPct val="0"/>
              </a:spcBef>
              <a:spcAft>
                <a:spcPct val="0"/>
              </a:spcAft>
              <a:buNone/>
              <a:defRPr sz="1800" b="0" i="0" u="none" kern="1200" baseline="0">
                <a:solidFill>
                  <a:schemeClr val="tx1"/>
                </a:solidFill>
                <a:latin typeface="Arial" panose="020B0604020202020204" pitchFamily="34" charset="0"/>
                <a:ea typeface="宋体" panose="02010600030101010101" pitchFamily="2" charset="-122"/>
              </a:defRPr>
            </a:lvl1pPr>
            <a:lvl2pPr marL="457200" lvl="1" indent="0" algn="l" defTabSz="4572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4572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4572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4572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stStyle>
          <a:p>
            <a:pPr lvl="0" algn="r" eaLnBrk="1" hangingPunct="1"/>
            <a:fld id="{9A0DB2DC-4C9A-4742-B13C-FB6460FD3503}" type="slidenum">
              <a:rPr lang="en-US" altLang="zh-CN" sz="1200" dirty="0">
                <a:solidFill>
                  <a:srgbClr val="898989"/>
                </a:solidFill>
              </a:rPr>
            </a:fld>
            <a:endParaRPr lang="en-US" altLang="zh-CN" sz="1200" dirty="0">
              <a:solidFill>
                <a:srgbClr val="898989"/>
              </a:solidFill>
            </a:endParaRPr>
          </a:p>
        </p:txBody>
      </p:sp>
    </p:spTree>
  </p:cSld>
  <p:clrMapOvr>
    <a:masterClrMapping/>
  </p:clrMapOvr>
  <p:transition/>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v2xuzgem">
      <a:majorFont>
        <a:latin typeface="Arial"/>
        <a:ea typeface="微软雅黑"/>
        <a:cs typeface=""/>
      </a:majorFont>
      <a:minorFont>
        <a:latin typeface="Arial"/>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noFill/>
        <a:ln>
          <a:noFill/>
        </a:ln>
        <a:effectLst>
          <a:prstShdw prst="shdw17" dist="17961" dir="2700000">
            <a:srgbClr val="1F1F00"/>
          </a:prstShdw>
        </a:effectLst>
      </a:spPr>
      <a:bodyPr wrap="square" anchor="ctr">
        <a:spAutoFit/>
      </a:bodyPr>
      <a:lstStyle>
        <a:defPPr algn="just" defTabSz="914400">
          <a:buClr>
            <a:srgbClr val="CC6600"/>
          </a:buClr>
          <a:buFont typeface="Arial" panose="020B0604020202020204" pitchFamily="34" charset="0"/>
          <a:buNone/>
          <a:defRPr sz="2400" noProof="1">
            <a:solidFill>
              <a:srgbClr val="FF0000"/>
            </a:solidFill>
            <a:latin typeface="微软雅黑" panose="020B0503020204020204" pitchFamily="34" charset="-122"/>
            <a:ea typeface="微软雅黑" panose="020B0503020204020204" pitchFamily="34" charset="-122"/>
            <a:sym typeface="Times New Roman" panose="02020603050405020304" pitchFamily="18" charset="0"/>
          </a:defRPr>
        </a:defPPr>
      </a:lst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视点">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1803</Words>
  <Application>WPS 演示</Application>
  <PresentationFormat>全屏显示(4:3)</PresentationFormat>
  <Paragraphs>211</Paragraphs>
  <Slides>16</Slides>
  <Notes>15</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16</vt:i4>
      </vt:variant>
    </vt:vector>
  </HeadingPairs>
  <TitlesOfParts>
    <vt:vector size="31" baseType="lpstr">
      <vt:lpstr>Arial</vt:lpstr>
      <vt:lpstr>宋体</vt:lpstr>
      <vt:lpstr>Wingdings</vt:lpstr>
      <vt:lpstr>微软雅黑</vt:lpstr>
      <vt:lpstr>Times New Roman</vt:lpstr>
      <vt:lpstr>Calibri Light</vt:lpstr>
      <vt:lpstr>等线</vt:lpstr>
      <vt:lpstr>Verdana</vt:lpstr>
      <vt:lpstr>隶书</vt:lpstr>
      <vt:lpstr>Calibri</vt:lpstr>
      <vt:lpstr>黑体</vt:lpstr>
      <vt:lpstr>仿宋_GB2312</vt:lpstr>
      <vt:lpstr>华文行楷</vt:lpstr>
      <vt:lpstr>Arial Unicode MS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王奕</dc:creator>
  <cp:lastModifiedBy>Chunyu LIU</cp:lastModifiedBy>
  <cp:revision>1134</cp:revision>
  <dcterms:created xsi:type="dcterms:W3CDTF">2018-03-07T17:05:00Z</dcterms:created>
  <dcterms:modified xsi:type="dcterms:W3CDTF">2025-09-25T03:22:00Z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2052-12.1.0.22529</vt:lpwstr>
  </property>
  <property fmtid="{D5CDD505-2E9C-101B-9397-08002B2CF9AE}" pid="3" name="ICV">
    <vt:lpwstr>3DF25AB11A7944459DC8F279495AAC2F</vt:lpwstr>
  </property>
</Properties>
</file>